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ink/ink1.xml" ContentType="application/inkml+xml"/>
  <Override PartName="/ppt/ink/ink2.xml" ContentType="application/inkml+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ink/ink3.xml" ContentType="application/inkml+xml"/>
  <Override PartName="/ppt/notesSlides/notesSlide6.xml" ContentType="application/vnd.openxmlformats-officedocument.presentationml.notesSlide+xml"/>
  <Override PartName="/ppt/ink/ink4.xml" ContentType="application/inkml+xml"/>
  <Override PartName="/ppt/notesSlides/notesSlide7.xml" ContentType="application/vnd.openxmlformats-officedocument.presentationml.notesSlide+xml"/>
  <Override PartName="/ppt/ink/ink5.xml" ContentType="application/inkml+xml"/>
  <Override PartName="/ppt/ink/ink6.xml" ContentType="application/inkml+xml"/>
  <Override PartName="/ppt/ink/ink7.xml" ContentType="application/inkml+xml"/>
  <Override PartName="/ppt/notesSlides/notesSlide8.xml" ContentType="application/vnd.openxmlformats-officedocument.presentationml.notesSlide+xml"/>
  <Override PartName="/ppt/ink/ink8.xml" ContentType="application/inkml+xml"/>
  <Override PartName="/ppt/ink/ink9.xml" ContentType="application/inkml+xml"/>
  <Override PartName="/ppt/notesSlides/notesSlide9.xml" ContentType="application/vnd.openxmlformats-officedocument.presentationml.notesSlide+xml"/>
  <Override PartName="/ppt/ink/ink10.xml" ContentType="application/inkml+xml"/>
  <Override PartName="/ppt/ink/ink11.xml" ContentType="application/inkml+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ink/ink12.xml" ContentType="application/inkml+xml"/>
  <Override PartName="/ppt/ink/ink13.xml" ContentType="application/inkml+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3"/>
  </p:notesMasterIdLst>
  <p:sldIdLst>
    <p:sldId id="256" r:id="rId2"/>
    <p:sldId id="257" r:id="rId3"/>
    <p:sldId id="258" r:id="rId4"/>
    <p:sldId id="264" r:id="rId5"/>
    <p:sldId id="259" r:id="rId6"/>
    <p:sldId id="260" r:id="rId7"/>
    <p:sldId id="261" r:id="rId8"/>
    <p:sldId id="262" r:id="rId9"/>
    <p:sldId id="265" r:id="rId10"/>
    <p:sldId id="263" r:id="rId11"/>
    <p:sldId id="266" r:id="rId12"/>
  </p:sldIdLst>
  <p:sldSz cx="14630400" cy="8229600"/>
  <p:notesSz cx="8229600" cy="14630400"/>
  <p:embeddedFontLst>
    <p:embeddedFont>
      <p:font typeface="Inter Tight" panose="020B0604020202020204" charset="0"/>
      <p:regular r:id="rId14"/>
    </p:embeddedFont>
    <p:embeddedFont>
      <p:font typeface="Inter Tight Medium"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987" autoAdjust="0"/>
    <p:restoredTop sz="94660"/>
  </p:normalViewPr>
  <p:slideViewPr>
    <p:cSldViewPr snapToGrid="0">
      <p:cViewPr varScale="1">
        <p:scale>
          <a:sx n="76" d="100"/>
          <a:sy n="76" d="100"/>
        </p:scale>
        <p:origin x="317" y="5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2.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s>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4T05:46:07.079"/>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48 454,'98'0,"322"10,-160 19,261 63,253 97,-688-166,621 120,-544-116,130 16,-218-33,-43-5,1-1,0-2,40-2,-67-1,-1 0,1 0,0 0,0-1,-1 0,1 0,-1-1,1 1,-1-1,0 0,7-6,-9 7,0-1,-1 1,1 0,-1-1,0 0,0 1,0-1,0 0,-1 0,1 0,-1 0,0-1,0 1,0 0,0-1,0 1,-1 0,1-1,-1 1,0-1,-1-5,1 6,-1-1,0 0,0 1,-1 0,1-1,-1 1,1 0,-1 0,0 0,-1 0,1 0,-5-4,-4-4,-23-15,28 21,-232-149,-14 14,-61-36,-96-87,390 249,0 2,-1 0,-1 1,0 1,-1 1,1 1,-2 1,-40-7,5 8,1 2,-115 8,139 0,0 1,0 2,1 1,-40 16,-118 60,156-68,-30 10,-90 26,92-33,-106 46,13 12,83-41,-80 51,112-66,33-18,-1 0,1 1,0-1,1 2,-1-1,1 1,-1 0,-5 6,11-10,1 0,-1 0,0 0,1 0,-1 0,1 0,-1 0,1 1,0-1,-1 0,1 0,0 0,0 0,0 1,0-1,0 0,0 0,0 0,0 0,0 1,0-1,1 0,-1 0,0 0,1 0,-1 0,1 0,0 0,-1 0,1 0,0 0,-1 0,1 0,0 0,0 0,0-1,0 1,1 1,4 2,-1 0,1-1,1 1,-1-1,8 3,8 1,-1-1,37 5,-22-4,50 7,134 6,89-17,-267-4,157-7,-164 4,1-2,-2-1,55-18,-72 18,115-45,-115 45,-1-2,0 0,0-1,-1-1,20-18,-34 29,0-1,0 0,0 1,0-1,-1 0,1 1,0-1,-1 0,1 0,0 0,-1 0,1 0,-1 0,0 0,1 0,-1 0,0 0,1 0,-1 0,0 0,0 0,0 0,0 0,0 0,0 0,0 0,-1 0,1-2,-2 1,1 0,-1 1,0-1,1 0,-1 0,0 1,0-1,0 1,0-1,0 1,-3-1,-16-7,1 1,-1 1,-1 0,-31-4,18 3,-68-14,-1 5,-136-6,176 22,1 2,-1 3,1 3,0 3,-67 19,-256 99,338-111,12-5,-64 31,-91 58,163-88,-1-1,-34 9,15-6,43-13,-1 0,1 0,-1 0,1 1,0 0,-6 4,11-7,0 0,0 0,-1 1,1-1,0 0,0 0,-1 0,1 1,0-1,0 0,0 0,-1 0,1 1,0-1,0 0,0 1,0-1,0 0,0 0,-1 1,1-1,0 0,0 1,0-1,0 0,0 0,0 1,0-1,0 0,0 1,0-1,1 0,-1 1,0-1,10 6,18-3,203-3,-102-2,-56-2,1-3,86-21,-112 19,29-8,116-40,-183 54,-1 0,0-1,0 1,-1-2,1 1,-1-1,0-1,10-8,-18 14,0 0,1-1,-1 1,1 0,-1-1,0 1,0 0,1-1,-1 1,0-1,0 1,1-1,-1 1,0-1,0 1,0-1,0 1,0-1,0 1,0-1,0 1,0-1,0 1,0-1,0 1,0 0,0-1,0 0,-1 0,0 0,1 0,-1 1,0-1,0 0,1 0,-1 1,0-1,0 1,0-1,0 1,-1-2,-5 0,0-1,-1 1,-6-1,11 3,-38-6,0 1,-83 3,73 3,-405 0,446 0,-1-1,1 1,0 1,0-1,0 2,1-1,-1 2,0-1,-11 7,17-8,-1 1,1 0,0 0,0 0,0 0,0 1,0-1,1 1,0 0,0 0,0 0,0 1,1-1,-1 1,1-1,0 1,0 0,1 0,-2 10,2-13,1-1,0 1,0 0,0 0,0 0,0-1,0 1,1 0,-1 0,0-1,1 1,-1 0,1 0,0-1,0 1,0-1,0 1,0 0,0-1,0 0,0 1,0-1,1 0,-1 0,0 1,1-1,-1 0,1 0,-1-1,3 2,4 1,0 0,1-1,-1 0,1-1,10 1,-5 0,194 23,-137-18,31 1,197-9,101-49,12-55,-9-33,-331 112,153-42,-29 11,-108 30,-85 25,-3 1,-9 0,-17 1,26 0,-117 0,-145 4,198 2,-89 21,-8 0,144-25,12-2,0 0,1 0,-1 1,1-1,-1 1,1 1,-1-1,1 0,-1 1,1 0,-7 4,11-6,-1 1,1-1,0 0,-1 0,1 1,0-1,-1 1,1-1,0 0,-1 1,1-1,0 0,0 1,0-1,-1 1,1-1,0 1,0-1,0 1,0-1,0 0,0 1,0-1,0 1,0-1,0 1,0-1,0 1,0-1,0 1,1-1,-1 0,0 1,0-1,0 1,1-1,-1 0,0 1,1-1,-1 1,0-1,1 1,18 11,-16-11,45 25,78 26,-94-41,0-1,1-3,56 8,-29-11,-1-2,0-2,0-3,0-3,0-2,-1-3,75-23,77-43,-146 53,354-164,-403 181,0 0,0 1,0 1,0 1,1 0,0 1,0 1,0 0,0 1,25 2,34 1,15 1,-84-3,-1 1,1-1,0 1,-1 1,1-1,-1 1,0 0,10 5,-13-5,1-1,-1 1,0 0,0 0,0 0,0 1,0-1,0 0,-1 1,1-1,-1 1,0-1,1 1,-1 0,0-1,-1 1,1 0,0 6,0-3,-1 1,0-1,0 1,-1-1,0 1,0-1,-1 1,1-1,-1 0,-1 0,-5 11,-3 4,-29 36,30-43,-16 22,-214 283,232-309,-13 17,19-25,1 0,0 0,0 1,0-1,0 0,0 0,1 0,-1 1,1-1,-1 0,1 4,0-5,0 0,1 1,-1-1,1 0,-1 0,1 0,-1 0,1 0,-1 0,1 0,0 0,0 0,0 0,0 0,0 0,-1 0,1 0,1-1,-1 1,0 0,0-1,2 2,31 9,-24-8,12 3,0-2,0 0,34 2,69-5,-74-2,-43 1,-1-1,0 1,0-1,0-1,1 0,-2 0,1 0,0 0,0-1,6-4,-2 0,-1 0,0-1,-1 0,1 0,7-11,8-7,1 2,1 1,1 1,41-25,-61 42,0-1,-1 0,0 0,-1-1,9-10,12-13,-23 27,0-1,-1 1,0-1,1 0,-2 0,1 0,0 0,-1 0,0-1,0 1,0-1,0 0,-1 1,0-1,0 0,0 0,0 0,-1 0,0 1,0-1,0 0,-1 0,1 0,-1 0,-1 0,1 1,0-1,-5-7,-5-11,0 1,-2 1,-1 0,0 1,-19-20,24 31,0 1,-1 0,0 0,-20-12,15 11,-21-18,35 27,0-1,0 1,0-1,1 0,-1 1,0-1,1 0,-1 1,0-1,1 0,-1 0,1 0,-1 0,1 0,0 1,-1-1,1 0,0 0,-1 0,1 0,0 0,0 0,0 0,0 0,0 0,0 0,0 0,1 0,-1 0,0 0,0 0,1 0,-1 0,1 0,-1 0,1 1,-1-1,1 0,-1 0,1 0,0 1,-1-1,2-1,4-2,-1 0,1 0,0 0,0 1,7-3,-5 2,3-2,1-1,-1-1,10-9,-14 10,1 1,0 0,1 0,-1 1,1 0,16-6,-5 6,0 1,0 1,0 1,0 0,1 2,39 4,-57-4,0 0,0 1,0 0,0-1,1 1,-1 0,0 1,-1-1,1 0,0 1,0 0,-1 0,1 0,-1 0,1 0,-1 0,0 0,0 1,0-1,2 5,-1-2,-1 0,0 0,0 1,-1-1,1 1,-1 0,-1-1,1 1,-1 0,0 8,-8 354,8-317,0-29</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4T05:46:08.99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278 241,'-4'-3,"-8"-9,-13-10,-6-4,-1-2,1 1,-5-3,4 0,3 6,3 2,6 6</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4T05:46:21.354"/>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156 516,'11'0,"1"0,-1-1,0 0,21-6,1 0,196-37,321-19,226 53,-651 14,231 38,-301-32,1-3,90 1,-105-7,46 7,15 1,99-8,-131-1,-55-1,0 0,0-1,0-1,0-1,-1 0,18-7,83-42,-90 39,-12 8,-9 5,0-1,0 1,0-1,0 0,-1 0,1-1,-1 1,0-1,0 0,0 0,0 0,0 0,3-4,-6 6,0 1,1-1,-1 0,0 1,0-1,0 0,0 1,0-1,1 1,-1-1,0 0,0 1,0-1,-1 0,1 1,0-1,0 0,0 1,0-1,-1 1,1-1,0 0,0 1,-1-1,-1-1,1 1,0 0,0 0,-1 0,1 0,-1 0,1 0,-3-1,-10-4,1 2,-1 0,0 1,0 0,0 1,-1 0,-19 1,-11-2,-809-39,-3 39,683 4,-278 20,394-11,-64 19,117-28,2 0,0 0,0 0,0 0,0 1,0-1,0 1,0 0,-4 3,6-5,1 1,-1-1,1 1,0 0,-1-1,1 1,-1-1,1 1,0 0,-1-1,1 1,0 0,0-1,0 1,0 0,-1 0,1-1,0 1,0 0,0-1,0 1,1 0,-1 0,0-1,0 1,0 0,1-1,-1 1,0 0,0-1,1 1,-1 0,1-1,-1 1,0-1,1 1,-1-1,1 1,0-1,-1 1,1-1,-1 1,2 0,2 1,0 0,0 0,0 0,0 0,0-1,0 1,0-1,6 1,0 1,373 72,-41-43,3-25,-244-7,186-25,-262 21,49-8,88-26,-155 36,0 0,0 0,0-1,0 0,0 0,-1-1,1 0,9-8,-16 12,1 0,-1-1,1 1,0-1,-1 1,1-1,-1 1,1-1,-1 0,0 1,1-1,-1 0,1 1,-1-1,0 0,0 1,1-1,-1 0,0 1,0-1,0 0,0 0,0 1,0-1,0 0,0 0,0 1,0-1,0 0,-1 0,1 1,0-1,0 0,-1 1,1-1,0 0,-1 1,1-1,-1 1,1-1,-1 0,1 1,-1-1,1 1,-1 0,0-1,1 1,-2-1,-4-2,0 0,0 0,-1 1,-9-2,7 1,-58-18,7 1,0 3,-92-13,-50 12,-112-4,233 22,-153 22,57 13,-233 78,333-92,0-3,-2-3,-100 6,161-20,6 1,0-1,-1-1,1 0,0 0,0-1,0-1,-12-2,20 2,0 0,0 0,0 0,1 0,-1-1,1 0,-1 1,1-1,0 0,0-1,0 1,-3-6,-3-6,1 1,-6-17,3 9,0 0,5 10,-1-1,2 0,0 0,-4-16,8 26,0-1,1 0,-1 1,1-1,0 0,0 1,0-1,1 0,-1 0,1 1,0-1,0 1,0-1,1 1,-1-1,1 1,0 0,0-1,0 1,4-5,0 3,-1 0,1 0,0 0,0 1,1 0,7-4,45-18,-29 15,-5 1,0 0,1 2,0 2,0 0,1 1,-1 2,55 0,-65 3,1 0,-1 0,1 1,-1 1,21 5,236 92,-12 25,-257-122,0 1,0-1,0 1,0-1,0 1,6 6,-10-8,1 0,0 0,-1 0,1 0,-1 0,1 0,-1 0,0 0,1 0,-1 0,0 0,0 0,1 0,-1 0,0 0,0 0,0 0,0 0,-1 0,1 0,0 0,0 0,-1 0,1 0,0 0,-1 0,1 0,-1 0,1 0,-1 0,0 0,1 0,-1 0,-1 0,-3 5,-1-1,0 0,0-1,0 1,-1-1,1 0,-1-1,0 0,-11 4,-10 2,-32 5,37-9,-2 1,0 0,1 2,0 1,-37 18,41-17,0-2,0-1,-36 9,27-9,20-4,0 1,0 0,-9 6,-8 3,22-12,-2 2,-1 0,1 0,0 0,0 1,-9 6,14-9,0 0,0 0,0 1,0-1,1 0,-1 0,0 0,0 1,1-1,-1 0,1 0,-1 1,1-1,0 1,-1-1,1 0,0 1,0-1,0 1,0-1,0 1,0-1,0 0,1 1,-1-1,0 1,1-1,-1 0,1 1,0-1,-1 0,1 0,1 2,5 9,0 0,0-1,0 0,1 0,0-1,0 0,2-1,17 16,-24-23,5 4,-1-1,1 0,0-1,0 0,0 0,15 4,17 1,1-3,0-1,79-1,509-5,-396 1,-189-2,0-2,69-16,-76 13,-5 3,1 1,54 2,7 0,35-17,178 14,-173 5,-106 0,-1-2,0 0,0-2,39-10,-33 5,0 2,1 0,35 0,101 6,1-1,-69-9,17-1,8 1,17-1,246 12,-388-1,3 0,1 0,-1 0,0-1,11-2,-15 3,0 0,0-1,0 1,0-1,0 1,0-1,0 1,0-1,0 0,0 1,-1-1,1 0,0 0,0 0,-1 0,1 1,0-1,-1 0,1 0,-1 0,1 0,-1-1,1 1,-1 0,0 0,0 0,0 0,1 0,-1-2,-1-3,1 0,-1 1,0-1,-1 0,1 0,-1 1,0-1,-4-7,-28-45,18 34,-11-19,-9-14,27 43,-1 0,-16-19,4 7,9 11,0 1,-1 0,0 1,-1 1,-1 0,0 1,-22-11,20 14,0 1,-1 0,0 2,0 0,0 1,-1 1,-20 0,-171 1,106 4,52-3,-49 1,86 1,1 1,-1 0,1 1,-21 7,36-10,0 0,0 0,0 0,0 1,0-1,0 0,0 0,0 0,1 0,-1 0,0 0,0 0,0 0,0 0,0 0,0 0,0 0,0 0,0 0,0 0,0 0,0 0,0 1,0-1,0 0,0 0,0 0,0 0,0 0,0 0,0 0,0 0,0 0,0 0,0 0,-1 0,1 0,0 0,0 0,0 0,0 0,0 1,0-1,0 0,0 0,0 0,0 0,0 0,0 0,0 0,0 0,0 0,0 0,0 0,0 0,-1 0,1 0,0 0,0 0,0 0,9 2,13-1,16 0,138-3,-85-9,14-1,161 12,-124 1,-128-1,0 1,0 1,0 0,25 8,51 25,-58-24,-26-10,0 1,1 0,-1 0,-1 1,1 0,7 4,-8-3,-1-1,0 1,0-1,0 1,0 0,0 1,-1-1,0 1,0-1,0 1,3 8,-4-5,1 1,-1-1,-1 1,0-1,0 1,0 15,-5 250,4-253</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4T05:46:32.681"/>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131 728,'292'-11,"-81"2,273 6,-311 3,-121 3,-1 2,87 20,-83-13,1-2,60 1,279-10,-171-3,142 2,-328-2,-1-2,42-9,10-1,43 4,154 9,-131 3,167-2,-305 0,0 0,0-2,-1 1,1-2,0-1,26-8,-42 11,1 1,0-1,-1 0,1 1,-1-1,1 0,-1 0,1 0,-1 0,0-1,0 1,0 0,2-3,-2 3,-1 1,0-1,0 1,0-1,0 1,0-1,0 1,0-1,0 0,0 1,0-1,0 1,0-1,0 1,-1-1,1 1,0-1,0 1,0-1,-1 1,1-1,0 1,-1-1,1 1,-1-1,1 1,-1-1,-5-3,1 0,-1 0,-1 1,1 0,-9-4,8 4,-318-117,-10 22,283 83,-113-30,-283-39,129 56,255 26,1 3,-1 3,-64 12,-212 75,277-72,-438 168,367-133,-92 19,61-21,134-41,-33 11,55-19,1-1,-1-1,0 1,0-1,-11-1,17 0,1-1,-1 0,1 1,-1-1,1 0,0 0,-1 0,1 0,0-1,0 1,0-1,-3-2,-23-24,19 18,-94-105,96 108,-1 0,0 1,-12-8,5 3,14 11,0-1,0 0,0 0,0 0,0 0,0 0,0 0,0 0,1 0,-1 0,0 0,1-1,-1 1,1 0,-1 0,1-1,0 1,-1 0,1-1,0 1,0 0,0-1,0 1,0 0,0-1,0 1,0 0,1-1,-1 1,1 0,-1 0,1-1,-1 1,2-2,2-4,1 0,0 0,1 0,8-8,-4 4,152-149,11 14,-128 110,1 2,97-55,-137 86,0 1,0-1,0 1,0 0,0 1,0-1,0 1,1 0,11 1,-15 0,-1 0,0 0,1 1,-1-1,1 1,-1 0,0 0,0 0,1 0,-1 0,0 0,0 0,0 1,0-1,0 1,-1 0,1-1,0 1,-1 0,1 0,-1 0,0 0,1 0,-1 1,0-1,0 0,1 5,-1-3,-1-1,1 1,0 0,-1 0,0 0,0 0,0 0,0-1,-1 1,1 0,-1 0,-2 5,1-3,-1 1,0-1,0 0,-1 0,0 0,-6 7,-3 1,-1 0,-1-1,0-1,-18 12,-76 41,21-12,79-48,-139 95,114-74,2 0,-36 39,66-63,0 0,-1 0,2 0,-1 1,0-1,0 1,1-1,-1 1,1 0,0 0,0 0,0-1,0 1,1 0,-1 0,1 0,0 0,-1 0,1 0,1 0,-1 0,0 0,1 0,-1 0,1 0,0 0,0 0,0 0,1-1,-1 1,1 0,-1-1,1 1,0-1,0 0,0 1,0-1,0 0,0 0,1 0,-1-1,1 1,5 2,13 7,1-1,0-1,0-1,1-1,0-1,1-1,35 4,172-4,-165-6,-15 1,-23 1,-1-1,49-7,-72 7,0-1,0-1,-1 1,1 0,0-1,-1 0,4-2,-6 4,-1-1,0 1,0 0,1 0,-1 0,0-1,1 1,-1 0,0-1,0 1,1 0,-1 0,0-1,0 1,0 0,0-1,1 1,-1 0,0-1,0 1,0-1,0 1,0 0,0-1,0 1,0 0,0-1,0 0,-1 0,0 1,1-1,-1 0,0 0,0 1,0-1,1 1,-1-1,0 1,0-1,0 1,0-1,0 1,0 0,0 0,-2-1,-16-3,-39-2,6 0,-45-7,-1 4,-146 5,182 8,-89 15,128-14,0 1,0 1,0 0,1 2,1 1,-1 0,-19 14,33-18,0 0,0 0,1 1,0 0,0 0,0 0,1 1,-10 16,15-21,-1 0,1 0,-1 0,1 0,0 0,0 0,1 1,-1-1,1 0,-1 1,1-1,0 1,0-1,1 0,-1 1,1-1,-1 0,1 1,0-1,0 0,1 0,-1 0,1 0,-1 0,1 0,0 0,0-1,0 1,3 2,1 0,0 0,0-1,0 1,0-1,1 0,0-1,0 0,0 0,10 3,11 1,31 4,-43-8,43 6,-1-3,1-3,0-2,-1-2,91-15,-95 8,383-50,-394 55,151-18,-93 6,41-9,-81 10,123-11,62 16,240 10,-446 1,1 1,40 10,42 19,-24-4,-46-13,-1 2,93 45,-61-25,-73-32,0-1,0 0,0 0,1-1,0-1,16 2,73-2,-74-3,-27 1,12 1,-1-2,1 1,-1-1,0-1,19-5,-29 7,0 0,-1-1,1 1,0 0,0-1,0 1,-1-1,1 1,0-1,0 1,-1-1,1 1,0-1,-1 0,1 0,0 0,-1 0,0 1,0-1,0 1,0 0,0-1,0 1,0-1,0 1,0 0,0-1,0 1,0-1,0 1,0 0,-1-1,1 1,0 0,0-1,-1 1,1 0,0-1,0 1,-1 0,1-1,-1 1,-3-3,0-1,-1 2,0-1,-7-3,4 2,-45-19,-2 3,-83-21,30 10,34 8,-160-45,194 59,1 2,-2 2,1 2,-41 1,40 3,15-1,1 1,-1 1,-33 7,-124 52,96-30,14-3,-74 39,135-62,1-1,-25 6,30-8,-1 1,7-1,16 2,65 6,28 5,21 6,0-5,242-3,-414-13,-62-9,-41-10,-256 1,-435 19,833 0,0-2,0 1,0 0,0 0,0-1,0 0,-4-1,7 2,-1 0,1 0,0 0,0 0,0 0,-1-1,1 1,0 0,0 0,0 0,0 0,-1 0,1-1,0 1,0 0,0 0,0 0,0-1,0 1,-1 0,1 0,0-1,0 1,0 0,0 0,0 0,0-1,0 1,0 0,0 0,0-1,0 1,1-1,-1 0,1 0,-1 0,1 0,0 1,0-1,-1 0,1 0,0 1,0-1,0 1,1-2,2 0,1-1,1 1,-1-1,0 1,0 1,1-1,10-1,43-1,-31 3,75-5,222-8,108-16,-102 2,343 21,-430 9,-214-4,0 0,-1-2,41-11,-21 4,-18 6,0 1,33 0,65 5,-40 1,-75-2,5 1,33-5,-45 3,-1 0,1-1,-1 0,0 0,0 0,0-1,0 0,11-7,33-23,-31 22,0-2,0-1,19-18,-30 24,0 0,0-1,-1 0,0-1,-1 1,6-13,-10 19,0 0,-1-1,0 1,0-1,0 1,0-1,-1 1,0-1,1 1,-1-1,0 0,-1 1,1-1,-1 1,1-1,-1 1,0-1,0 1,-1-1,1 1,-1 0,1 0,-5-6,4 7,0 0,0 0,0 0,0 0,0 1,0-1,-1 0,1 1,-1 0,1-1,-1 1,-3-1,-36-6,9 2,2-2,0 2,0 0,0 3,-1 0,0 2,-40 4,33-1,15-1,1 1,0 1,-27 7,48-10,1 0,-1 1,0-1,1 1,-1-1,1 1,-1 0,1-1,0 1,-1 0,1 0,0 0,-1 0,1 0,0 1,0-1,0 0,0 0,0 1,0-1,0 1,1-1,-1 1,0-1,1 1,-1-1,1 1,0-1,-1 1,1 0,0-1,0 1,0 0,0-1,0 1,1 1,1 5,1 0,0 0,0 0,1 0,7 12,-3-6,-3-6,-1 1,-1 0,0 0,0 0,-1 1,0-1,1 11,-1 8,-2 30,1 10,-1-62,2 1,-1-1,1 1,0-1,0 1,1-1,0 0,0 0,0 0,1-1,0 1,0-1,8 9,7 4,0 0,26 17,-29-23,-1-1,0-1,1 0,0-1,0-1,1 0,0-1,33 8,-38-13,1 1,0-2,0 0,-1 0,1-1,0-1,0 0,0 0,0-2,-1 1,24-10,-27 8,0 0,-1-1,0 0,0-1,0 0,7-7,42-46,-26 26,-26 28,-1 0,0 0,1 0,-2-1,1 1,4-10,-7 13,0-1,0 0,-1 1,1-1,-1 0,1 0,-1 0,0 1,0-1,0 0,0 0,-1 0,1 0,-1 1,0-1,0 0,-1-4,-8-11,0 1,-1 0,-1 1,-20-22,-11-16,28 34</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4T05:45:35.930"/>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0 0,'0'422'0,"2148"-422"0,-2148-422 0,-2148 422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4T05:45:46.46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138 689,'69'1,"0"3,-1 3,102 23,34 27,-13-3,-131-40,77 8,185 15,-205-29,-58-6,10 7,-6-1,7-7,18 2,-72 0,-1 0,23 9,13 2,-22-9,-1-1,1-2,37-2,86-12,-101 7,222-22,-187 16,-75 8,0 0,0 0,-1-1,1 0,15-9,-15 6,1 1,-1 0,1 1,0 0,1 1,-1 0,17-2,13-1,111-23,20-14,80-21,-211 55,0 3,87-5,-40 2,28 0,347 11,-456-1,-1 1,1-1,-1 2,1-1,-1 1,0 0,0 1,0-1,0 1,7 5,-11-6,0 0,1 0,-1 0,0 0,-1 1,1 0,0-1,-1 1,1 0,-1 0,0 1,0-1,0 0,-1 1,1-1,-1 1,0-1,0 1,0 0,0-1,0 7,-1-6,-1-1,1 1,-1-1,0 1,0-1,-1 1,1-1,-1 0,1 0,-1 1,0-1,0 0,0-1,-1 1,-3 4,-6 5,-27 19,34-27,-18 12,0-1,-1-2,0 0,-45 16,12-10,-66 13,99-27,0-1,-1-1,0-1,1-2,-1 0,0-2,1 0,-1-2,1 0,-38-13,-25-15,2-3,-111-62,135 62,-93-46,133 72,0 1,0 1,-1 1,0 1,-40-4,-129-16,97 10,-71-15,26 4,113 23,20 3,0-1,0 1,-1-1,1 0,0-1,-11-4,17 6,-1 0,0-1,1 1,-1 0,1-1,-1 1,1 0,-1-1,0 1,1-1,0 1,-1-1,1 1,-1-1,1 1,0-1,-1 0,1 1,0-1,-1 1,1-1,0 0,0 1,0-1,0 0,0 1,0-1,0-1,0 1,0-1,1 1,0 0,-1-1,1 1,0 0,0-1,-1 1,1 0,0 0,0 0,2-2,2-1,1 0,-1 0,1 0,0 1,8-4,39-13,87-18,60-1,-51 11,129-19,-184 36,95 3,-85 8,147 3,-243-3,0 1,0 0,0 0,0 1,0 0,0 0,0 1,0 0,-1 0,0 1,1 0,-1 0,-1 1,1 0,9 8,2 4,1-1,1-1,1-1,0-1,30 14,-49-26,1 0,-1-1,1 1,-1 0,1-1,-1 0,1 1,-1-1,1 0,-1 0,1-1,-1 1,4-1,34-12,-5 1,36-8,-50 13,-1 1,37-5,-55 10,0 1,-1 0,1 0,0 0,0 1,0-1,-1 0,1 1,0-1,0 1,-1-1,1 1,0 0,-1 0,1 0,-1 0,1 0,-1 0,1 0,-1 0,0 1,0-1,0 0,2 4,1 2,0 0,-1 0,0 0,3 13,2 4,-8-23,3 6,0 0,-1 0,0 0,0 0,0 0,0 9,-2-14,0-1,0 1,0-1,-1 0,1 1,0-1,-1 1,1-1,-1 1,1-1,-1 0,0 1,0-1,1 0,-2 2,0-2,1 0,-1 1,0-1,1 0,-1 0,0 0,0 0,0-1,0 1,1 0,-1-1,0 1,0-1,-3 1,-29 1,-61-2,48-1,-631-2,611 2,-1-2,1-4,-113-25,28-11,-156-68,-137-84,333 144,43 21,-132-38,152 56,-1 2,0 3,-84-3,-146 12,61 0,196-1,1 1,-1 1,1 0,-1 2,1 1,1 0,-1 2,-24 12,-2-1,-1-2,-1-3,-51 9,28-4,-85 34,120-39,-64 28,34-12,42-18,1 1,1 1,-30 24,29-21,0 0,-43 21,64-36,0-1,0 0,1 0,-1 0,-1 0,-4 0,8-1,1 0,-1 0,1 1,-1-1,0-1,1 1,-1 0,1 0,-1 0,0 0,1 0,-1 0,1-1,-1 1,1 0,-1-1,1 1,-1 0,1-1,-1 1,1 0,-1-1,1 1,-1-1,1 1,0-1,-1 1,1-1,0 1,0-1,-1 1,1-1,0 0,0 1,0-1,0 1,-1-1,1 1,0-1,0 0,0 1,0-1,1 0,-1 1,0-1,0 1,0-1,0 1,1-1,-1 0,1 0,1-4,0 1,0-1,1 1,-1 0,1 0,1 0,-1 0,0 0,1 1,0-1,-1 1,1 0,5-3,4-2,1 0,27-11,26-6,1 3,1 3,1 4,0 2,1 3,87-1,265 10,-253 3,-105 0,-1 3,0 3,102 26,56 34,-185-55,0-2,1-2,40 6,116 5,29-12,2 0,5 20,64 0,-176-18,37 1,-41 0,2-1,-97-9,-1 2,1 0,-1 0,20 8,-19-5,1-1,0-1,25 2,80-7,22 2,-132 0,-1 1,0 1,1 1,-1 0,13 6,64 34,-79-37,-1 1,1 1,13 13,-18-15,1 0,0 0,1-1,0 0,0 0,16 7,-9-8</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4T05:45:49.600"/>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419 382,'0'-2,"-1"0,1 0,0 0,-1 0,0 0,1 0,-1 0,0 0,0 0,0 0,0 1,0-1,-3-3,-22-20,11 12,-8-11,-16-17,-71-56,90 81,0-1,-30-33,44 43,-1 0,0 0,0 1,0-1,-1 2,0-1,-1 1,-16-8,6 7</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4T05:46:48.043"/>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3006 306 0,'0'-306'0,"-3006"447"0,6012 24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4T05:47:09.85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0 237,'17'-1,"0"-1,-1 0,19-5,10-2,323-31,-147 19,-152 13,296-26,247-20,-469 37,223-20,230 33,-321 6,-240 0,1 2,-1 1,41 12,-31-6,-25-7,10 3,0-1,37 1,-42-5,24 6,7 0,73 9,-64-8,-55-7,-1 0,1 1,-1 0,11 5,21 7,-34-13,0 0,0 0,-1 1,1 0,-1 0,1 1,-1-1,0 1,0 1,-1-1,8 8,-9-7,0 0,-1 0,0 0,1 0,-2 1,1-1,-1 1,1 0,-2-1,1 1,-1 0,1 0,-1 12,-2 131,-2-52,3-83,1-6,-1-1,-1 1,1-1,-3 13,2-18,0 1,0-1,0 1,0-1,-1 1,1-1,-1 0,1 1,-1-1,0 0,0 0,0 0,0-1,0 1,0 0,-5 2,-39 18,0-2,-80 22,104-35,-72 23,-202 61,227-74,0-2,-111 9,-141-18,-28-10,330 4,1-2,-1 0,-30-8,-50-21,34 10,47 16,-23-2,26 4,-1 0,-16-5,30 8,1-1,0 1,0 0,0-1,0 0,-1 1,1-1,0 1,0-1,0 0,0 0,1 0,-1 0,0 1,0-1,0 0,1 0,-1-1,0 1,1 0,-1-1,1 1,0-1,0 1,0 0,0 0,0 0,0 0,1 0,-1 0,0 0,1 0,-1 0,1 0,-1 0,1 0,-1 1,1-1,0 0,-1 0,1 0,0 1,0-1,0 0,0 1,-1-1,3 0,10-7,2 1,-1 0,1 1,26-7,7-3,48-21,128-47,-196 76,1 0,44-5,63 0,-104 10,432-4,-284 8,-140 0,50-2,-87 0,-1 1,1 0,-1-1,1 0,-1 1,0-1,1 0,-1 0,0-1,0 1,3-2,-5 2,1 1,-1 0,1-1,-1 1,0-1,1 1,-1-1,0 1,1-1,-1 1,0-1,0 1,0-1,1 1,-1-1,0 1,0-1,0 1,0-1,0-1,0 2,-1-1,1 0,0 0,-1 0,1 0,-1 0,1 1,-1-1,1 0,-1 1,0-1,1 0,-1 1,0-1,0 1,1-1,-2 0,-6-3,0 0,0 0,-1 1,-14-4,8 2,-74-21,-1 3,-102-11,-77 6,-372 10,586 18,2 4,-1 1,-96 23,115-18,-2-1,-40 3,27-6,-123 7,66-14,-65 2,132 5,0 0,-74 24,75-18,1-2,-2-1,-40 3,10-11,48-1,0 0,1 2,-1 0,0 1,-23 7,32-5,0 1,-24 14,27-14,-1 0,0 0,0-1,-23 6,-117 34,108-33,23-6,-25 10,38-13,0 0,1 0,0 1,0 0,0 1,0-1,-8 9,8-6,2-4,1 1,-1 0,1 0,0 0,0 0,1 0,-3 5,5-9,-1 1,1-1,0 0,0 1,0-1,0 1,0-1,0 0,0 1,0-1,0 0,0 1,0-1,0 0,0 1,0-1,0 0,1 1,-1-1,0 0,0 1,0-1,0 0,1 0,-1 1,0-1,0 0,1 1,11 3,17-2,-25-2,565-3,-24 3,-526-1,-1 0,1-1,-1-1,32-10,66-30,-114 42,14-4,0 0,0 1,0 1,0 0,1 1,27 1,-7 0,36-8,0 0,41-3,19 0,280 12,-192 1,-199-2,1-1,21-6,-19 4,39-3,-34 5,0-2,0-1,50-15,-44 9,69-9,-40 9,-44 7,40-4,295 7,-180 2,16-1,-171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4T05:46:48.043"/>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3006 306 0,'0'-306'0,"-3006"447"0,6012 24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4T05:47:09.85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0 237,'17'-1,"0"-1,-1 0,19-5,10-2,323-31,-147 19,-152 13,296-26,247-20,-469 37,223-20,230 33,-321 6,-240 0,1 2,-1 1,41 12,-31-6,-25-7,10 3,0-1,37 1,-42-5,24 6,7 0,73 9,-64-8,-55-7,-1 0,1 1,-1 0,11 5,21 7,-34-13,0 0,0 0,-1 1,1 0,-1 0,1 1,-1-1,0 1,0 1,-1-1,8 8,-9-7,0 0,-1 0,0 0,1 0,-2 1,1-1,-1 1,1 0,-2-1,1 1,-1 0,1 0,-1 12,-2 131,-2-52,3-83,1-6,-1-1,-1 1,1-1,-3 13,2-18,0 1,0-1,0 1,0-1,-1 1,1-1,-1 0,1 1,-1-1,0 0,0 0,0 0,0-1,0 1,0 0,-5 2,-39 18,0-2,-80 22,104-35,-72 23,-202 61,227-74,0-2,-111 9,-141-18,-28-10,330 4,1-2,-1 0,-30-8,-50-21,34 10,47 16,-23-2,26 4,-1 0,-16-5,30 8,1-1,0 1,0 0,0-1,0 0,-1 1,1-1,0 1,0-1,0 0,0 0,1 0,-1 0,0 1,0-1,0 0,1 0,-1-1,0 1,1 0,-1-1,1 1,0-1,0 1,0 0,0 0,0 0,0 0,1 0,-1 0,0 0,1 0,-1 0,1 0,-1 0,1 0,-1 1,1-1,0 0,-1 0,1 0,0 1,0-1,0 0,0 1,-1-1,3 0,10-7,2 1,-1 0,1 1,26-7,7-3,48-21,128-47,-196 76,1 0,44-5,63 0,-104 10,432-4,-284 8,-140 0,50-2,-87 0,-1 1,1 0,-1-1,1 0,-1 1,0-1,1 0,-1 0,0-1,0 1,3-2,-5 2,1 1,-1 0,1-1,-1 1,0-1,1 1,-1-1,0 1,1-1,-1 1,0-1,0 1,0-1,1 1,-1-1,0 1,0-1,0 1,0-1,0-1,0 2,-1-1,1 0,0 0,-1 0,1 0,-1 0,1 1,-1-1,1 0,-1 1,0-1,1 0,-1 1,0-1,0 1,1-1,-2 0,-6-3,0 0,0 0,-1 1,-14-4,8 2,-74-21,-1 3,-102-11,-77 6,-372 10,586 18,2 4,-1 1,-96 23,115-18,-2-1,-40 3,27-6,-123 7,66-14,-65 2,132 5,0 0,-74 24,75-18,1-2,-2-1,-40 3,10-11,48-1,0 0,1 2,-1 0,0 1,-23 7,32-5,0 1,-24 14,27-14,-1 0,0 0,0-1,-23 6,-117 34,108-33,23-6,-25 10,38-13,0 0,1 0,0 1,0 0,0 1,0-1,-8 9,8-6,2-4,1 1,-1 0,1 0,0 0,0 0,1 0,-3 5,5-9,-1 1,1-1,0 0,0 1,0-1,0 1,0-1,0 0,0 1,0-1,0 0,0 1,0-1,0 0,0 1,0-1,0 0,1 1,-1-1,0 0,0 1,0-1,0 0,1 0,-1 1,0-1,0 0,1 1,11 3,17-2,-25-2,565-3,-24 3,-526-1,-1 0,1-1,-1-1,32-10,66-30,-114 42,14-4,0 0,0 1,0 1,0 0,1 1,27 1,-7 0,36-8,0 0,41-3,19 0,280 12,-192 1,-199-2,1-1,21-6,-19 4,39-3,-34 5,0-2,0-1,50-15,-44 9,69-9,-40 9,-44 7,40-4,295 7,-180 2,16-1,-171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traceFormat>
        <inkml:channelProperties>
          <inkml:channelProperty channel="X" name="resolution" value="1000" units="1/cm"/>
          <inkml:channelProperty channel="Y" name="resolution" value="1000" units="1/cm"/>
          <inkml:channelProperty channel="F" name="resolution" value="0" units="1/dev"/>
        </inkml:channelProperties>
      </inkml:inkSource>
      <inkml:timestamp xml:id="ts0" timeString="2026-04-14T05:46:48.043"/>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3006 306 0,'0'-306'0,"-3006"447"0,6012 24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traceFormat>
        <inkml:channelProperties>
          <inkml:channelProperty channel="X" name="resolution" value="1000" units="1/cm"/>
          <inkml:channelProperty channel="Y" name="resolution" value="1000" units="1/cm"/>
        </inkml:channelProperties>
      </inkml:inkSource>
      <inkml:timestamp xml:id="ts0" timeString="2026-04-14T05:47:09.858"/>
    </inkml:context>
    <inkml:brush xml:id="br0">
      <inkml:brushProperty name="width" value="0.3" units="cm"/>
      <inkml:brushProperty name="height" value="0.6" units="cm"/>
      <inkml:brushProperty name="tip" value="rectangle"/>
      <inkml:brushProperty name="rasterOp" value="maskPen"/>
      <inkml:brushProperty name="ignorePressure" value="1"/>
    </inkml:brush>
  </inkml:definitions>
  <inkml:trace contextRef="#ctx0" brushRef="#br0">0 237,'17'-1,"0"-1,-1 0,19-5,10-2,323-31,-147 19,-152 13,296-26,247-20,-469 37,223-20,230 33,-321 6,-240 0,1 2,-1 1,41 12,-31-6,-25-7,10 3,0-1,37 1,-42-5,24 6,7 0,73 9,-64-8,-55-7,-1 0,1 1,-1 0,11 5,21 7,-34-13,0 0,0 0,-1 1,1 0,-1 0,1 1,-1-1,0 1,0 1,-1-1,8 8,-9-7,0 0,-1 0,0 0,1 0,-2 1,1-1,-1 1,1 0,-2-1,1 1,-1 0,1 0,-1 12,-2 131,-2-52,3-83,1-6,-1-1,-1 1,1-1,-3 13,2-18,0 1,0-1,0 1,0-1,-1 1,1-1,-1 0,1 1,-1-1,0 0,0 0,0 0,0-1,0 1,0 0,-5 2,-39 18,0-2,-80 22,104-35,-72 23,-202 61,227-74,0-2,-111 9,-141-18,-28-10,330 4,1-2,-1 0,-30-8,-50-21,34 10,47 16,-23-2,26 4,-1 0,-16-5,30 8,1-1,0 1,0 0,0-1,0 0,-1 1,1-1,0 1,0-1,0 0,0 0,1 0,-1 0,0 1,0-1,0 0,1 0,-1-1,0 1,1 0,-1-1,1 1,0-1,0 1,0 0,0 0,0 0,0 0,1 0,-1 0,0 0,1 0,-1 0,1 0,-1 0,1 0,-1 1,1-1,0 0,-1 0,1 0,0 1,0-1,0 0,0 1,-1-1,3 0,10-7,2 1,-1 0,1 1,26-7,7-3,48-21,128-47,-196 76,1 0,44-5,63 0,-104 10,432-4,-284 8,-140 0,50-2,-87 0,-1 1,1 0,-1-1,1 0,-1 1,0-1,1 0,-1 0,0-1,0 1,3-2,-5 2,1 1,-1 0,1-1,-1 1,0-1,1 1,-1-1,0 1,1-1,-1 1,0-1,0 1,0-1,1 1,-1-1,0 1,0-1,0 1,0-1,0-1,0 2,-1-1,1 0,0 0,-1 0,1 0,-1 0,1 1,-1-1,1 0,-1 1,0-1,1 0,-1 1,0-1,0 1,1-1,-2 0,-6-3,0 0,0 0,-1 1,-14-4,8 2,-74-21,-1 3,-102-11,-77 6,-372 10,586 18,2 4,-1 1,-96 23,115-18,-2-1,-40 3,27-6,-123 7,66-14,-65 2,132 5,0 0,-74 24,75-18,1-2,-2-1,-40 3,10-11,48-1,0 0,1 2,-1 0,0 1,-23 7,32-5,0 1,-24 14,27-14,-1 0,0 0,0-1,-23 6,-117 34,108-33,23-6,-25 10,38-13,0 0,1 0,0 1,0 0,0 1,0-1,-8 9,8-6,2-4,1 1,-1 0,1 0,0 0,0 0,1 0,-3 5,5-9,-1 1,1-1,0 0,0 1,0-1,0 1,0-1,0 0,0 1,0-1,0 0,0 1,0-1,0 0,0 1,0-1,0 0,1 1,-1-1,0 0,0 1,0-1,0 0,1 0,-1 1,0-1,0 0,1 1,11 3,17-2,-25-2,565-3,-24 3,-526-1,-1 0,1-1,-1-1,32-10,66-30,-114 42,14-4,0 0,0 1,0 1,0 0,1 1,27 1,-7 0,36-8,0 0,41-3,19 0,280 12,-192 1,-199-2,1-1,21-6,-19 4,39-3,-34 5,0-2,0-1,50-15,-44 9,69-9,-40 9,-44 7,40-4,295 7,-180 2,16-1,-171 0</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7777031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5AA92E-DC82-6360-E0FF-BA22C78859A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5D33157-21F3-D031-1700-E8800600E99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86D974C-29DF-C5C6-1AC1-CC9E8E61B50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205B7C6D-EE23-0824-D446-45A43671F758}"/>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363285589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3F03C-263A-A541-2D0E-0A7AB91379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3C6459C-353D-A148-8589-2D5F45D7B45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62BC7CA-7860-DC61-B7AF-E6B9142FDDE8}"/>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D163794F-DD5B-139E-74B3-0C458C2929FB}"/>
              </a:ext>
            </a:extLst>
          </p:cNvPr>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32454251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467F5A-F6FE-CE8E-3718-DC8ADC4A20F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6D591CE-C12B-4AF2-1AFE-CE57BFB75E9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A7424B-1309-0FC9-5A3F-C71200C3877E}"/>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B0B8A872-C012-CA4F-F0F6-B96CD3C25858}"/>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886912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3.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4.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5.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6.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7.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8.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_rels/slideLayout9.xml.rels><?xml version="1.0" encoding="UTF-8" standalone="yes"?>
<Relationships xmlns="http://schemas.openxmlformats.org/package/2006/relationships"><Relationship Id="rId3" Type="http://schemas.openxmlformats.org/officeDocument/2006/relationships/hyperlink" Target="https://gamma.app/?utm_source=made-with-gamma" TargetMode="External"/><Relationship Id="rId2" Type="http://schemas.openxmlformats.org/officeDocument/2006/relationships/image" Target="../media/image1.png"/><Relationship Id="rId1" Type="http://schemas.openxmlformats.org/officeDocument/2006/relationships/slideMaster" Target="../slideMasters/slideMaster1.xml"/><Relationship Id="rId4"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00">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00">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00">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00">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00">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00">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00">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bg>
      <p:bgPr>
        <a:solidFill>
          <a:srgbClr val="000000"/>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2"/>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00">
              <a:alpha val="95000"/>
            </a:srgbClr>
          </a:solidFill>
          <a:ln/>
        </p:spPr>
        <p:txBody>
          <a:bodyPr/>
          <a:lstStyle/>
          <a:p>
            <a:endParaRPr lang="en-US"/>
          </a:p>
        </p:txBody>
      </p:sp>
      <p:pic>
        <p:nvPicPr>
          <p:cNvPr id="4" name="Image 1" descr="preencoded.png">
            <a:hlinkClick r:id="rId3"/>
          </p:cNvPr>
          <p:cNvPicPr>
            <a:picLocks noChangeAspect="1"/>
          </p:cNvPicPr>
          <p:nvPr/>
        </p:nvPicPr>
        <p:blipFill>
          <a:blip r:embed="rId4"/>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4.svg"/><Relationship Id="rId7" Type="http://schemas.openxmlformats.org/officeDocument/2006/relationships/customXml" Target="../ink/ink1.xml"/><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7.svg"/><Relationship Id="rId5" Type="http://schemas.openxmlformats.org/officeDocument/2006/relationships/image" Target="../media/image6.svg"/><Relationship Id="rId10" Type="http://schemas.openxmlformats.org/officeDocument/2006/relationships/image" Target="../media/image9.png"/><Relationship Id="rId4" Type="http://schemas.openxmlformats.org/officeDocument/2006/relationships/image" Target="../media/image5.svg"/><Relationship Id="rId9" Type="http://schemas.openxmlformats.org/officeDocument/2006/relationships/customXml" Target="../ink/ink2.xml"/></Relationships>
</file>

<file path=ppt/slides/_rels/slide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1.svg"/><Relationship Id="rId7" Type="http://schemas.openxmlformats.org/officeDocument/2006/relationships/customXml" Target="../ink/ink3.xml"/><Relationship Id="rId2" Type="http://schemas.openxmlformats.org/officeDocument/2006/relationships/notesSlide" Target="../notesSlides/notesSlide5.xml"/><Relationship Id="rId1" Type="http://schemas.openxmlformats.org/officeDocument/2006/relationships/slideLayout" Target="../slideLayouts/slideLayout5.xml"/><Relationship Id="rId6" Type="http://schemas.openxmlformats.org/officeDocument/2006/relationships/image" Target="../media/image14.svg"/><Relationship Id="rId5" Type="http://schemas.openxmlformats.org/officeDocument/2006/relationships/image" Target="../media/image13.svg"/><Relationship Id="rId4" Type="http://schemas.openxmlformats.org/officeDocument/2006/relationships/image" Target="../media/image12.svg"/></Relationships>
</file>

<file path=ppt/slides/_rels/slide6.xml.rels><?xml version="1.0" encoding="UTF-8" standalone="yes"?>
<Relationships xmlns="http://schemas.openxmlformats.org/package/2006/relationships"><Relationship Id="rId8" Type="http://schemas.openxmlformats.org/officeDocument/2006/relationships/image" Target="../media/image20.png"/><Relationship Id="rId3" Type="http://schemas.openxmlformats.org/officeDocument/2006/relationships/image" Target="../media/image15.svg"/><Relationship Id="rId7" Type="http://schemas.openxmlformats.org/officeDocument/2006/relationships/image" Target="../media/image19.svg"/><Relationship Id="rId12" Type="http://schemas.openxmlformats.org/officeDocument/2006/relationships/image" Target="../media/image24.png"/><Relationship Id="rId2" Type="http://schemas.openxmlformats.org/officeDocument/2006/relationships/notesSlide" Target="../notesSlides/notesSlide6.xml"/><Relationship Id="rId1" Type="http://schemas.openxmlformats.org/officeDocument/2006/relationships/slideLayout" Target="../slideLayouts/slideLayout6.xml"/><Relationship Id="rId6" Type="http://schemas.openxmlformats.org/officeDocument/2006/relationships/image" Target="../media/image18.svg"/><Relationship Id="rId11" Type="http://schemas.openxmlformats.org/officeDocument/2006/relationships/customXml" Target="../ink/ink4.xml"/><Relationship Id="rId5" Type="http://schemas.openxmlformats.org/officeDocument/2006/relationships/image" Target="../media/image17.svg"/><Relationship Id="rId10" Type="http://schemas.openxmlformats.org/officeDocument/2006/relationships/image" Target="../media/image22.png"/><Relationship Id="rId4" Type="http://schemas.openxmlformats.org/officeDocument/2006/relationships/image" Target="../media/image16.svg"/><Relationship Id="rId9" Type="http://schemas.openxmlformats.org/officeDocument/2006/relationships/image" Target="../media/image21.png"/></Relationships>
</file>

<file path=ppt/slides/_rels/slide7.xml.rels><?xml version="1.0" encoding="UTF-8" standalone="yes"?>
<Relationships xmlns="http://schemas.openxmlformats.org/package/2006/relationships"><Relationship Id="rId8" Type="http://schemas.openxmlformats.org/officeDocument/2006/relationships/customXml" Target="../ink/ink7.xml"/><Relationship Id="rId3" Type="http://schemas.openxmlformats.org/officeDocument/2006/relationships/image" Target="../media/image23.png"/><Relationship Id="rId7" Type="http://schemas.openxmlformats.org/officeDocument/2006/relationships/image" Target="../media/image27.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customXml" Target="../ink/ink6.xml"/><Relationship Id="rId5" Type="http://schemas.openxmlformats.org/officeDocument/2006/relationships/image" Target="../media/image26.png"/><Relationship Id="rId4" Type="http://schemas.openxmlformats.org/officeDocument/2006/relationships/customXml" Target="../ink/ink5.xml"/><Relationship Id="rId9" Type="http://schemas.openxmlformats.org/officeDocument/2006/relationships/image" Target="../media/image28.png"/></Relationships>
</file>

<file path=ppt/slides/_rels/slide8.xml.rels><?xml version="1.0" encoding="UTF-8" standalone="yes"?>
<Relationships xmlns="http://schemas.openxmlformats.org/package/2006/relationships"><Relationship Id="rId8" Type="http://schemas.openxmlformats.org/officeDocument/2006/relationships/image" Target="../media/image29.svg"/><Relationship Id="rId3" Type="http://schemas.openxmlformats.org/officeDocument/2006/relationships/image" Target="../media/image24.svg"/><Relationship Id="rId7" Type="http://schemas.openxmlformats.org/officeDocument/2006/relationships/image" Target="../media/image28.svg"/><Relationship Id="rId12" Type="http://schemas.openxmlformats.org/officeDocument/2006/relationships/image" Target="../media/image36.png"/><Relationship Id="rId2" Type="http://schemas.openxmlformats.org/officeDocument/2006/relationships/notesSlide" Target="../notesSlides/notesSlide8.xml"/><Relationship Id="rId1" Type="http://schemas.openxmlformats.org/officeDocument/2006/relationships/slideLayout" Target="../slideLayouts/slideLayout8.xml"/><Relationship Id="rId6" Type="http://schemas.openxmlformats.org/officeDocument/2006/relationships/image" Target="../media/image27.svg"/><Relationship Id="rId11" Type="http://schemas.openxmlformats.org/officeDocument/2006/relationships/customXml" Target="../ink/ink9.xml"/><Relationship Id="rId5" Type="http://schemas.openxmlformats.org/officeDocument/2006/relationships/image" Target="../media/image26.svg"/><Relationship Id="rId10" Type="http://schemas.openxmlformats.org/officeDocument/2006/relationships/image" Target="../media/image35.png"/><Relationship Id="rId4" Type="http://schemas.openxmlformats.org/officeDocument/2006/relationships/image" Target="../media/image25.svg"/><Relationship Id="rId9" Type="http://schemas.openxmlformats.org/officeDocument/2006/relationships/customXml" Target="../ink/ink8.xml"/></Relationships>
</file>

<file path=ppt/slides/_rels/slide9.xml.rels><?xml version="1.0" encoding="UTF-8" standalone="yes"?>
<Relationships xmlns="http://schemas.openxmlformats.org/package/2006/relationships"><Relationship Id="rId8" Type="http://schemas.openxmlformats.org/officeDocument/2006/relationships/image" Target="../media/image36.png"/><Relationship Id="rId3" Type="http://schemas.openxmlformats.org/officeDocument/2006/relationships/image" Target="../media/image26.svg"/><Relationship Id="rId7" Type="http://schemas.openxmlformats.org/officeDocument/2006/relationships/customXml" Target="../ink/ink11.xml"/><Relationship Id="rId2" Type="http://schemas.openxmlformats.org/officeDocument/2006/relationships/notesSlide" Target="../notesSlides/notesSlide9.xml"/><Relationship Id="rId1" Type="http://schemas.openxmlformats.org/officeDocument/2006/relationships/slideLayout" Target="../slideLayouts/slideLayout8.xml"/><Relationship Id="rId6" Type="http://schemas.openxmlformats.org/officeDocument/2006/relationships/image" Target="../media/image35.png"/><Relationship Id="rId5" Type="http://schemas.openxmlformats.org/officeDocument/2006/relationships/customXml" Target="../ink/ink10.xml"/><Relationship Id="rId10" Type="http://schemas.openxmlformats.org/officeDocument/2006/relationships/image" Target="../media/image31.png"/><Relationship Id="rId4" Type="http://schemas.openxmlformats.org/officeDocument/2006/relationships/image" Target="../media/image29.svg"/><Relationship Id="rId9" Type="http://schemas.openxmlformats.org/officeDocument/2006/relationships/image" Target="../media/image30.png"/></Relationships>
</file>

<file path=ppt/slides/_rels/slide10.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0.xml"/><Relationship Id="rId1" Type="http://schemas.openxmlformats.org/officeDocument/2006/relationships/slideLayout" Target="../slideLayouts/slideLayout9.xml"/><Relationship Id="rId4" Type="http://schemas.openxmlformats.org/officeDocument/2006/relationships/image" Target="../media/image33.svg"/></Relationships>
</file>

<file path=ppt/slides/_rels/slide11.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image" Target="../media/image26.svg"/><Relationship Id="rId7" Type="http://schemas.openxmlformats.org/officeDocument/2006/relationships/customXml" Target="../ink/ink13.xml"/><Relationship Id="rId2" Type="http://schemas.openxmlformats.org/officeDocument/2006/relationships/notesSlide" Target="../notesSlides/notesSlide11.xml"/><Relationship Id="rId1" Type="http://schemas.openxmlformats.org/officeDocument/2006/relationships/slideLayout" Target="../slideLayouts/slideLayout8.xml"/><Relationship Id="rId6" Type="http://schemas.openxmlformats.org/officeDocument/2006/relationships/image" Target="../media/image34.png"/><Relationship Id="rId5" Type="http://schemas.openxmlformats.org/officeDocument/2006/relationships/customXml" Target="../ink/ink12.xml"/><Relationship Id="rId4" Type="http://schemas.openxmlformats.org/officeDocument/2006/relationships/image" Target="../media/image29.svg"/><Relationship Id="rId9" Type="http://schemas.openxmlformats.org/officeDocument/2006/relationships/image" Target="../media/image32.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8229600"/>
          </a:xfrm>
          <a:prstGeom prst="rect">
            <a:avLst/>
          </a:prstGeom>
        </p:spPr>
      </p:pic>
      <p:sp>
        <p:nvSpPr>
          <p:cNvPr id="3" name="Shape 0"/>
          <p:cNvSpPr/>
          <p:nvPr/>
        </p:nvSpPr>
        <p:spPr>
          <a:xfrm>
            <a:off x="0" y="0"/>
            <a:ext cx="14630400" cy="8229600"/>
          </a:xfrm>
          <a:prstGeom prst="rect">
            <a:avLst/>
          </a:prstGeom>
          <a:solidFill>
            <a:srgbClr val="000000">
              <a:alpha val="80000"/>
            </a:srgbClr>
          </a:solidFill>
          <a:ln/>
        </p:spPr>
        <p:txBody>
          <a:bodyPr/>
          <a:lstStyle/>
          <a:p>
            <a:endParaRPr lang="en-US"/>
          </a:p>
        </p:txBody>
      </p:sp>
      <p:sp>
        <p:nvSpPr>
          <p:cNvPr id="7" name="Text 3"/>
          <p:cNvSpPr/>
          <p:nvPr/>
        </p:nvSpPr>
        <p:spPr>
          <a:xfrm>
            <a:off x="725971" y="2733200"/>
            <a:ext cx="12245520" cy="1091132"/>
          </a:xfrm>
          <a:prstGeom prst="rect">
            <a:avLst/>
          </a:prstGeom>
          <a:noFill/>
          <a:ln/>
        </p:spPr>
        <p:txBody>
          <a:bodyPr wrap="none" lIns="0" tIns="0" rIns="0" bIns="0" rtlCol="0" anchor="t"/>
          <a:lstStyle/>
          <a:p>
            <a:pPr>
              <a:lnSpc>
                <a:spcPts val="9300"/>
              </a:lnSpc>
            </a:pPr>
            <a:r>
              <a:rPr lang="en-US" sz="8400">
                <a:solidFill>
                  <a:srgbClr val="FE6A03"/>
                </a:solidFill>
                <a:latin typeface="Inter Tight Medium"/>
                <a:ea typeface="Inter Tight Medium"/>
                <a:cs typeface="Inter Tight Medium"/>
              </a:rPr>
              <a:t>Intrusion Detection System</a:t>
            </a:r>
            <a:endParaRPr lang="en-US" sz="8400">
              <a:latin typeface="Inter Tight Medium"/>
              <a:ea typeface="Inter Tight Medium"/>
              <a:cs typeface="Inter Tight Medium"/>
            </a:endParaRPr>
          </a:p>
        </p:txBody>
      </p:sp>
      <p:sp>
        <p:nvSpPr>
          <p:cNvPr id="8" name="Text 4"/>
          <p:cNvSpPr/>
          <p:nvPr/>
        </p:nvSpPr>
        <p:spPr>
          <a:xfrm>
            <a:off x="735680" y="3823748"/>
            <a:ext cx="10467618" cy="1186696"/>
          </a:xfrm>
          <a:prstGeom prst="rect">
            <a:avLst/>
          </a:prstGeom>
          <a:noFill/>
          <a:ln/>
        </p:spPr>
        <p:txBody>
          <a:bodyPr wrap="none" lIns="0" tIns="0" rIns="0" bIns="0" rtlCol="0" anchor="t"/>
          <a:lstStyle/>
          <a:p>
            <a:pPr marL="0" indent="0" algn="l">
              <a:lnSpc>
                <a:spcPts val="9300"/>
              </a:lnSpc>
              <a:buNone/>
            </a:pPr>
            <a:r>
              <a:rPr lang="en-US" sz="6400">
                <a:solidFill>
                  <a:srgbClr val="FFFFFF"/>
                </a:solidFill>
                <a:latin typeface="Inter Tight Medium"/>
                <a:ea typeface="Inter Tight Medium"/>
                <a:cs typeface="Inter Tight Medium"/>
              </a:rPr>
              <a:t>Using Machine Learning</a:t>
            </a:r>
            <a:endParaRPr lang="en-US" sz="6400">
              <a:latin typeface="Inter Tight Medium"/>
              <a:ea typeface="Inter Tight Medium"/>
              <a:cs typeface="Inter Tight Medium"/>
            </a:endParaRPr>
          </a:p>
        </p:txBody>
      </p:sp>
      <p:sp>
        <p:nvSpPr>
          <p:cNvPr id="10" name="Shape 6"/>
          <p:cNvSpPr/>
          <p:nvPr/>
        </p:nvSpPr>
        <p:spPr>
          <a:xfrm>
            <a:off x="734265" y="5851574"/>
            <a:ext cx="13185934" cy="15478"/>
          </a:xfrm>
          <a:prstGeom prst="rect">
            <a:avLst/>
          </a:prstGeom>
          <a:solidFill>
            <a:srgbClr val="B5B5B5">
              <a:alpha val="50000"/>
            </a:srgbClr>
          </a:solidFill>
          <a:ln/>
        </p:spPr>
        <p:txBody>
          <a:bodyPr/>
          <a:lstStyle/>
          <a:p>
            <a:endParaRPr lang="en-US"/>
          </a:p>
        </p:txBody>
      </p:sp>
      <p:sp>
        <p:nvSpPr>
          <p:cNvPr id="5" name="Text 4">
            <a:extLst>
              <a:ext uri="{FF2B5EF4-FFF2-40B4-BE49-F238E27FC236}">
                <a16:creationId xmlns:a16="http://schemas.microsoft.com/office/drawing/2014/main" id="{A53C5A04-5F0E-8F70-BD16-F9C41CA97DC4}"/>
              </a:ext>
            </a:extLst>
          </p:cNvPr>
          <p:cNvSpPr/>
          <p:nvPr/>
        </p:nvSpPr>
        <p:spPr>
          <a:xfrm>
            <a:off x="723246" y="5855417"/>
            <a:ext cx="3583067" cy="429816"/>
          </a:xfrm>
          <a:prstGeom prst="rect">
            <a:avLst/>
          </a:prstGeom>
          <a:noFill/>
          <a:ln/>
        </p:spPr>
        <p:txBody>
          <a:bodyPr wrap="none" lIns="0" tIns="0" rIns="0" bIns="0" rtlCol="0" anchor="t"/>
          <a:lstStyle/>
          <a:p>
            <a:pPr>
              <a:lnSpc>
                <a:spcPts val="3350"/>
              </a:lnSpc>
            </a:pPr>
            <a:r>
              <a:rPr lang="en-US" sz="2000">
                <a:solidFill>
                  <a:srgbClr val="B5B5B5"/>
                </a:solidFill>
                <a:latin typeface="Inter Tight Medium"/>
                <a:ea typeface="Inter Tight Medium"/>
                <a:cs typeface="Inter Tight Medium"/>
              </a:rPr>
              <a:t>Course Project | MA2201</a:t>
            </a:r>
            <a:endParaRPr lang="en-US" sz="2000">
              <a:ea typeface="Calibri"/>
              <a:cs typeface="Calibri"/>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22233" y="762622"/>
            <a:ext cx="7166134" cy="859869"/>
          </a:xfrm>
          <a:prstGeom prst="rect">
            <a:avLst/>
          </a:prstGeom>
          <a:noFill/>
          <a:ln/>
        </p:spPr>
        <p:txBody>
          <a:bodyPr wrap="none" lIns="0" tIns="0" rIns="0" bIns="0" rtlCol="0" anchor="t"/>
          <a:lstStyle/>
          <a:p>
            <a:pPr>
              <a:lnSpc>
                <a:spcPts val="6750"/>
              </a:lnSpc>
            </a:pPr>
            <a:r>
              <a:rPr lang="en-US" sz="5600">
                <a:solidFill>
                  <a:srgbClr val="FFFFFF"/>
                </a:solidFill>
                <a:latin typeface="Inter Tight Medium"/>
                <a:ea typeface="Inter Tight Medium"/>
                <a:cs typeface="Inter Tight Medium"/>
              </a:rPr>
              <a:t> Team Members:</a:t>
            </a:r>
            <a:endParaRPr lang="en-US" sz="5600">
              <a:latin typeface="Inter Tight Medium"/>
              <a:ea typeface="Inter Tight Medium"/>
              <a:cs typeface="Inter Tight Medium"/>
            </a:endParaRPr>
          </a:p>
        </p:txBody>
      </p:sp>
      <p:sp>
        <p:nvSpPr>
          <p:cNvPr id="4" name="Shape 2"/>
          <p:cNvSpPr/>
          <p:nvPr/>
        </p:nvSpPr>
        <p:spPr>
          <a:xfrm>
            <a:off x="722233" y="2147956"/>
            <a:ext cx="6489740" cy="2425898"/>
          </a:xfrm>
          <a:prstGeom prst="roundRect">
            <a:avLst>
              <a:gd name="adj" fmla="val 7657"/>
            </a:avLst>
          </a:prstGeom>
          <a:solidFill>
            <a:srgbClr val="1F1F1F"/>
          </a:solidFill>
          <a:ln w="7620">
            <a:solidFill>
              <a:srgbClr val="383838"/>
            </a:solidFill>
            <a:prstDash val="solid"/>
          </a:ln>
        </p:spPr>
        <p:txBody>
          <a:bodyPr/>
          <a:lstStyle/>
          <a:p>
            <a:endParaRPr lang="en-US"/>
          </a:p>
        </p:txBody>
      </p:sp>
      <p:sp>
        <p:nvSpPr>
          <p:cNvPr id="5" name="Shape 3"/>
          <p:cNvSpPr/>
          <p:nvPr/>
        </p:nvSpPr>
        <p:spPr>
          <a:xfrm>
            <a:off x="936188" y="2361913"/>
            <a:ext cx="619125" cy="619125"/>
          </a:xfrm>
          <a:prstGeom prst="roundRect">
            <a:avLst>
              <a:gd name="adj" fmla="val 14767754"/>
            </a:avLst>
          </a:prstGeom>
          <a:solidFill>
            <a:srgbClr val="FE6A03"/>
          </a:solidFill>
          <a:ln/>
        </p:spPr>
        <p:txBody>
          <a:bodyPr/>
          <a:lstStyle/>
          <a:p>
            <a:endParaRPr lang="en-US"/>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07100" y="2527735"/>
            <a:ext cx="278606" cy="278606"/>
          </a:xfrm>
          <a:prstGeom prst="rect">
            <a:avLst/>
          </a:prstGeom>
        </p:spPr>
      </p:pic>
      <p:sp>
        <p:nvSpPr>
          <p:cNvPr id="7" name="Text 4"/>
          <p:cNvSpPr/>
          <p:nvPr/>
        </p:nvSpPr>
        <p:spPr>
          <a:xfrm>
            <a:off x="936188" y="3187373"/>
            <a:ext cx="3583067" cy="429816"/>
          </a:xfrm>
          <a:prstGeom prst="rect">
            <a:avLst/>
          </a:prstGeom>
          <a:noFill/>
          <a:ln/>
        </p:spPr>
        <p:txBody>
          <a:bodyPr wrap="none" lIns="0" tIns="0" rIns="0" bIns="0" rtlCol="0" anchor="t"/>
          <a:lstStyle/>
          <a:p>
            <a:pPr marL="0" indent="0" algn="l">
              <a:lnSpc>
                <a:spcPts val="3350"/>
              </a:lnSpc>
              <a:buNone/>
            </a:pPr>
            <a:r>
              <a:rPr lang="en-US" sz="2800">
                <a:solidFill>
                  <a:srgbClr val="B5B5B5"/>
                </a:solidFill>
                <a:latin typeface="Inter Tight Medium" pitchFamily="34" charset="0"/>
                <a:ea typeface="Inter Tight Medium" pitchFamily="34" charset="-122"/>
                <a:cs typeface="Inter Tight Medium" pitchFamily="34" charset="-120"/>
              </a:rPr>
              <a:t>Parepally Aravind</a:t>
            </a:r>
            <a:endParaRPr lang="en-US" sz="2800"/>
          </a:p>
        </p:txBody>
      </p:sp>
      <p:sp>
        <p:nvSpPr>
          <p:cNvPr id="8" name="Text 5"/>
          <p:cNvSpPr/>
          <p:nvPr/>
        </p:nvSpPr>
        <p:spPr>
          <a:xfrm>
            <a:off x="936188" y="3741013"/>
            <a:ext cx="6061829" cy="247531"/>
          </a:xfrm>
          <a:prstGeom prst="rect">
            <a:avLst/>
          </a:prstGeom>
          <a:noFill/>
          <a:ln/>
        </p:spPr>
        <p:txBody>
          <a:bodyPr wrap="none" lIns="0" tIns="0" rIns="0" bIns="0" rtlCol="0" anchor="t"/>
          <a:lstStyle/>
          <a:p>
            <a:pPr marL="0" indent="0" algn="l">
              <a:lnSpc>
                <a:spcPts val="1950"/>
              </a:lnSpc>
              <a:buNone/>
            </a:pPr>
            <a:endParaRPr lang="en-US" sz="1600"/>
          </a:p>
        </p:txBody>
      </p:sp>
      <p:sp>
        <p:nvSpPr>
          <p:cNvPr id="9" name="Text 6"/>
          <p:cNvSpPr/>
          <p:nvPr/>
        </p:nvSpPr>
        <p:spPr>
          <a:xfrm>
            <a:off x="936188" y="4112369"/>
            <a:ext cx="6061829" cy="247531"/>
          </a:xfrm>
          <a:prstGeom prst="rect">
            <a:avLst/>
          </a:prstGeom>
          <a:noFill/>
          <a:ln/>
        </p:spPr>
        <p:txBody>
          <a:bodyPr wrap="none" lIns="0" tIns="0" rIns="0" bIns="0" rtlCol="0" anchor="t"/>
          <a:lstStyle/>
          <a:p>
            <a:pPr marL="0" indent="0" algn="l">
              <a:lnSpc>
                <a:spcPts val="1950"/>
              </a:lnSpc>
              <a:buNone/>
            </a:pPr>
            <a:r>
              <a:rPr lang="en-US" sz="1600" b="1">
                <a:solidFill>
                  <a:srgbClr val="B5B5B5"/>
                </a:solidFill>
                <a:latin typeface="Inter Tight" pitchFamily="34" charset="0"/>
                <a:ea typeface="Inter Tight" pitchFamily="34" charset="-122"/>
                <a:cs typeface="Inter Tight" pitchFamily="34" charset="-120"/>
              </a:rPr>
              <a:t>Roll No:</a:t>
            </a:r>
            <a:r>
              <a:rPr lang="en-US" sz="1600">
                <a:solidFill>
                  <a:srgbClr val="B5B5B5"/>
                </a:solidFill>
                <a:latin typeface="Inter Tight" pitchFamily="34" charset="0"/>
                <a:ea typeface="Inter Tight" pitchFamily="34" charset="-122"/>
                <a:cs typeface="Inter Tight" pitchFamily="34" charset="-120"/>
              </a:rPr>
              <a:t> 2401MC36</a:t>
            </a:r>
            <a:endParaRPr lang="en-US" sz="1600"/>
          </a:p>
        </p:txBody>
      </p:sp>
      <p:sp>
        <p:nvSpPr>
          <p:cNvPr id="10" name="Shape 7"/>
          <p:cNvSpPr/>
          <p:nvPr/>
        </p:nvSpPr>
        <p:spPr>
          <a:xfrm>
            <a:off x="7418308" y="2147956"/>
            <a:ext cx="6489859" cy="2425898"/>
          </a:xfrm>
          <a:prstGeom prst="roundRect">
            <a:avLst>
              <a:gd name="adj" fmla="val 7657"/>
            </a:avLst>
          </a:prstGeom>
          <a:solidFill>
            <a:srgbClr val="1F1F1F"/>
          </a:solidFill>
          <a:ln w="7620">
            <a:solidFill>
              <a:srgbClr val="383838"/>
            </a:solidFill>
            <a:prstDash val="solid"/>
          </a:ln>
        </p:spPr>
        <p:txBody>
          <a:bodyPr/>
          <a:lstStyle/>
          <a:p>
            <a:endParaRPr lang="en-US"/>
          </a:p>
        </p:txBody>
      </p:sp>
      <p:sp>
        <p:nvSpPr>
          <p:cNvPr id="11" name="Shape 8"/>
          <p:cNvSpPr/>
          <p:nvPr/>
        </p:nvSpPr>
        <p:spPr>
          <a:xfrm>
            <a:off x="7632263" y="2361913"/>
            <a:ext cx="619125" cy="619125"/>
          </a:xfrm>
          <a:prstGeom prst="roundRect">
            <a:avLst>
              <a:gd name="adj" fmla="val 14767754"/>
            </a:avLst>
          </a:prstGeom>
          <a:solidFill>
            <a:srgbClr val="FE6A03"/>
          </a:solidFill>
          <a:ln/>
        </p:spPr>
        <p:txBody>
          <a:bodyPr/>
          <a:lstStyle/>
          <a:p>
            <a:endParaRPr lang="en-US"/>
          </a:p>
        </p:txBody>
      </p:sp>
      <p:pic>
        <p:nvPicPr>
          <p:cNvPr id="12"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802523" y="2532171"/>
            <a:ext cx="278606" cy="278606"/>
          </a:xfrm>
          <a:prstGeom prst="rect">
            <a:avLst/>
          </a:prstGeom>
        </p:spPr>
      </p:pic>
      <p:sp>
        <p:nvSpPr>
          <p:cNvPr id="13" name="Text 9"/>
          <p:cNvSpPr/>
          <p:nvPr/>
        </p:nvSpPr>
        <p:spPr>
          <a:xfrm>
            <a:off x="7632263" y="3187373"/>
            <a:ext cx="3583067" cy="429816"/>
          </a:xfrm>
          <a:prstGeom prst="rect">
            <a:avLst/>
          </a:prstGeom>
          <a:noFill/>
          <a:ln/>
        </p:spPr>
        <p:txBody>
          <a:bodyPr wrap="none" lIns="0" tIns="0" rIns="0" bIns="0" rtlCol="0" anchor="t"/>
          <a:lstStyle/>
          <a:p>
            <a:pPr marL="0" indent="0" algn="l">
              <a:lnSpc>
                <a:spcPts val="3350"/>
              </a:lnSpc>
              <a:buNone/>
            </a:pPr>
            <a:r>
              <a:rPr lang="en-US" sz="2800">
                <a:solidFill>
                  <a:srgbClr val="B5B5B5"/>
                </a:solidFill>
                <a:latin typeface="Inter Tight Medium" pitchFamily="34" charset="0"/>
                <a:ea typeface="Inter Tight Medium" pitchFamily="34" charset="-122"/>
                <a:cs typeface="Inter Tight Medium" pitchFamily="34" charset="-120"/>
              </a:rPr>
              <a:t>Gandham Suhas</a:t>
            </a:r>
            <a:endParaRPr lang="en-US" sz="2800"/>
          </a:p>
        </p:txBody>
      </p:sp>
      <p:sp>
        <p:nvSpPr>
          <p:cNvPr id="14" name="Text 10"/>
          <p:cNvSpPr/>
          <p:nvPr/>
        </p:nvSpPr>
        <p:spPr>
          <a:xfrm>
            <a:off x="7632263" y="3741013"/>
            <a:ext cx="6061948" cy="247531"/>
          </a:xfrm>
          <a:prstGeom prst="rect">
            <a:avLst/>
          </a:prstGeom>
          <a:noFill/>
          <a:ln/>
        </p:spPr>
        <p:txBody>
          <a:bodyPr wrap="none" lIns="0" tIns="0" rIns="0" bIns="0" rtlCol="0" anchor="t"/>
          <a:lstStyle/>
          <a:p>
            <a:pPr marL="0" indent="0" algn="l">
              <a:lnSpc>
                <a:spcPts val="1950"/>
              </a:lnSpc>
              <a:buNone/>
            </a:pPr>
            <a:endParaRPr lang="en-US" sz="1600"/>
          </a:p>
        </p:txBody>
      </p:sp>
      <p:sp>
        <p:nvSpPr>
          <p:cNvPr id="15" name="Text 11"/>
          <p:cNvSpPr/>
          <p:nvPr/>
        </p:nvSpPr>
        <p:spPr>
          <a:xfrm>
            <a:off x="7632263" y="4112369"/>
            <a:ext cx="6061948" cy="247531"/>
          </a:xfrm>
          <a:prstGeom prst="rect">
            <a:avLst/>
          </a:prstGeom>
          <a:noFill/>
          <a:ln/>
        </p:spPr>
        <p:txBody>
          <a:bodyPr wrap="none" lIns="0" tIns="0" rIns="0" bIns="0" rtlCol="0" anchor="t"/>
          <a:lstStyle/>
          <a:p>
            <a:pPr marL="0" indent="0" algn="l">
              <a:lnSpc>
                <a:spcPts val="1950"/>
              </a:lnSpc>
              <a:buNone/>
            </a:pPr>
            <a:r>
              <a:rPr lang="en-US" sz="1600" b="1">
                <a:solidFill>
                  <a:srgbClr val="B5B5B5"/>
                </a:solidFill>
                <a:latin typeface="Inter Tight" pitchFamily="34" charset="0"/>
                <a:ea typeface="Inter Tight" pitchFamily="34" charset="-122"/>
                <a:cs typeface="Inter Tight" pitchFamily="34" charset="-120"/>
              </a:rPr>
              <a:t>Roll No:</a:t>
            </a:r>
            <a:r>
              <a:rPr lang="en-US" sz="1600">
                <a:solidFill>
                  <a:srgbClr val="B5B5B5"/>
                </a:solidFill>
                <a:latin typeface="Inter Tight" pitchFamily="34" charset="0"/>
                <a:ea typeface="Inter Tight" pitchFamily="34" charset="-122"/>
                <a:cs typeface="Inter Tight" pitchFamily="34" charset="-120"/>
              </a:rPr>
              <a:t> 2401MC18</a:t>
            </a:r>
            <a:endParaRPr lang="en-US" sz="1600"/>
          </a:p>
        </p:txBody>
      </p:sp>
      <p:sp>
        <p:nvSpPr>
          <p:cNvPr id="16" name="Shape 12"/>
          <p:cNvSpPr/>
          <p:nvPr/>
        </p:nvSpPr>
        <p:spPr>
          <a:xfrm>
            <a:off x="722233" y="4780190"/>
            <a:ext cx="6489740" cy="2425898"/>
          </a:xfrm>
          <a:prstGeom prst="roundRect">
            <a:avLst>
              <a:gd name="adj" fmla="val 7657"/>
            </a:avLst>
          </a:prstGeom>
          <a:solidFill>
            <a:srgbClr val="1F1F1F"/>
          </a:solidFill>
          <a:ln w="7620">
            <a:solidFill>
              <a:srgbClr val="383838"/>
            </a:solidFill>
            <a:prstDash val="solid"/>
          </a:ln>
        </p:spPr>
        <p:txBody>
          <a:bodyPr/>
          <a:lstStyle/>
          <a:p>
            <a:endParaRPr lang="en-US"/>
          </a:p>
        </p:txBody>
      </p:sp>
      <p:sp>
        <p:nvSpPr>
          <p:cNvPr id="17" name="Shape 13"/>
          <p:cNvSpPr/>
          <p:nvPr/>
        </p:nvSpPr>
        <p:spPr>
          <a:xfrm>
            <a:off x="936188" y="4994145"/>
            <a:ext cx="619125" cy="619125"/>
          </a:xfrm>
          <a:prstGeom prst="roundRect">
            <a:avLst>
              <a:gd name="adj" fmla="val 14767754"/>
            </a:avLst>
          </a:prstGeom>
          <a:solidFill>
            <a:srgbClr val="FE6A03"/>
          </a:solidFill>
          <a:ln/>
        </p:spPr>
        <p:txBody>
          <a:bodyPr/>
          <a:lstStyle/>
          <a:p>
            <a:endParaRPr lang="en-US"/>
          </a:p>
        </p:txBody>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06448" y="5164406"/>
            <a:ext cx="278606" cy="278606"/>
          </a:xfrm>
          <a:prstGeom prst="rect">
            <a:avLst/>
          </a:prstGeom>
        </p:spPr>
      </p:pic>
      <p:sp>
        <p:nvSpPr>
          <p:cNvPr id="19" name="Text 14"/>
          <p:cNvSpPr/>
          <p:nvPr/>
        </p:nvSpPr>
        <p:spPr>
          <a:xfrm>
            <a:off x="936188" y="5819607"/>
            <a:ext cx="3583067" cy="429816"/>
          </a:xfrm>
          <a:prstGeom prst="rect">
            <a:avLst/>
          </a:prstGeom>
          <a:noFill/>
          <a:ln/>
        </p:spPr>
        <p:txBody>
          <a:bodyPr wrap="none" lIns="0" tIns="0" rIns="0" bIns="0" rtlCol="0" anchor="t"/>
          <a:lstStyle/>
          <a:p>
            <a:pPr marL="0" indent="0" algn="l">
              <a:lnSpc>
                <a:spcPts val="3350"/>
              </a:lnSpc>
              <a:buNone/>
            </a:pPr>
            <a:r>
              <a:rPr lang="en-US" sz="2800">
                <a:solidFill>
                  <a:srgbClr val="B5B5B5"/>
                </a:solidFill>
                <a:latin typeface="Inter Tight Medium" pitchFamily="34" charset="0"/>
                <a:ea typeface="Inter Tight Medium" pitchFamily="34" charset="-122"/>
                <a:cs typeface="Inter Tight Medium" pitchFamily="34" charset="-120"/>
              </a:rPr>
              <a:t>Eesam Vishal Goud</a:t>
            </a:r>
            <a:endParaRPr lang="en-US" sz="2800"/>
          </a:p>
        </p:txBody>
      </p:sp>
      <p:sp>
        <p:nvSpPr>
          <p:cNvPr id="20" name="Text 15"/>
          <p:cNvSpPr/>
          <p:nvPr/>
        </p:nvSpPr>
        <p:spPr>
          <a:xfrm>
            <a:off x="936188" y="6373247"/>
            <a:ext cx="6061829" cy="247531"/>
          </a:xfrm>
          <a:prstGeom prst="rect">
            <a:avLst/>
          </a:prstGeom>
          <a:noFill/>
          <a:ln/>
        </p:spPr>
        <p:txBody>
          <a:bodyPr wrap="none" lIns="0" tIns="0" rIns="0" bIns="0" rtlCol="0" anchor="t"/>
          <a:lstStyle/>
          <a:p>
            <a:pPr marL="0" indent="0" algn="l">
              <a:lnSpc>
                <a:spcPts val="1950"/>
              </a:lnSpc>
              <a:buNone/>
            </a:pPr>
            <a:endParaRPr lang="en-US" sz="1600"/>
          </a:p>
        </p:txBody>
      </p:sp>
      <p:sp>
        <p:nvSpPr>
          <p:cNvPr id="21" name="Text 16"/>
          <p:cNvSpPr/>
          <p:nvPr/>
        </p:nvSpPr>
        <p:spPr>
          <a:xfrm>
            <a:off x="936188" y="6744603"/>
            <a:ext cx="6061829" cy="247531"/>
          </a:xfrm>
          <a:prstGeom prst="rect">
            <a:avLst/>
          </a:prstGeom>
          <a:noFill/>
          <a:ln/>
        </p:spPr>
        <p:txBody>
          <a:bodyPr wrap="none" lIns="0" tIns="0" rIns="0" bIns="0" rtlCol="0" anchor="t"/>
          <a:lstStyle/>
          <a:p>
            <a:pPr marL="0" indent="0" algn="l">
              <a:lnSpc>
                <a:spcPts val="1950"/>
              </a:lnSpc>
              <a:buNone/>
            </a:pPr>
            <a:r>
              <a:rPr lang="en-US" sz="1600" b="1">
                <a:solidFill>
                  <a:srgbClr val="B5B5B5"/>
                </a:solidFill>
                <a:latin typeface="Inter Tight" pitchFamily="34" charset="0"/>
                <a:ea typeface="Inter Tight" pitchFamily="34" charset="-122"/>
                <a:cs typeface="Inter Tight" pitchFamily="34" charset="-120"/>
              </a:rPr>
              <a:t>Roll No:</a:t>
            </a:r>
            <a:r>
              <a:rPr lang="en-US" sz="1600">
                <a:solidFill>
                  <a:srgbClr val="B5B5B5"/>
                </a:solidFill>
                <a:latin typeface="Inter Tight" pitchFamily="34" charset="0"/>
                <a:ea typeface="Inter Tight" pitchFamily="34" charset="-122"/>
                <a:cs typeface="Inter Tight" pitchFamily="34" charset="-120"/>
              </a:rPr>
              <a:t> 2402MC01</a:t>
            </a:r>
            <a:endParaRPr lang="en-US" sz="1600"/>
          </a:p>
        </p:txBody>
      </p:sp>
      <p:sp>
        <p:nvSpPr>
          <p:cNvPr id="22" name="Shape 17"/>
          <p:cNvSpPr/>
          <p:nvPr/>
        </p:nvSpPr>
        <p:spPr>
          <a:xfrm>
            <a:off x="7418308" y="4780190"/>
            <a:ext cx="6489859" cy="2425898"/>
          </a:xfrm>
          <a:prstGeom prst="roundRect">
            <a:avLst>
              <a:gd name="adj" fmla="val 7657"/>
            </a:avLst>
          </a:prstGeom>
          <a:solidFill>
            <a:srgbClr val="1F1F1F"/>
          </a:solidFill>
          <a:ln w="7620">
            <a:solidFill>
              <a:srgbClr val="383838"/>
            </a:solidFill>
            <a:prstDash val="solid"/>
          </a:ln>
        </p:spPr>
        <p:txBody>
          <a:bodyPr/>
          <a:lstStyle/>
          <a:p>
            <a:endParaRPr lang="en-US"/>
          </a:p>
        </p:txBody>
      </p:sp>
      <p:sp>
        <p:nvSpPr>
          <p:cNvPr id="23" name="Shape 18"/>
          <p:cNvSpPr/>
          <p:nvPr/>
        </p:nvSpPr>
        <p:spPr>
          <a:xfrm>
            <a:off x="7632263" y="4994145"/>
            <a:ext cx="619125" cy="619125"/>
          </a:xfrm>
          <a:prstGeom prst="roundRect">
            <a:avLst>
              <a:gd name="adj" fmla="val 14767754"/>
            </a:avLst>
          </a:prstGeom>
          <a:solidFill>
            <a:srgbClr val="FE6A03"/>
          </a:solidFill>
          <a:ln/>
        </p:spPr>
        <p:txBody>
          <a:bodyPr/>
          <a:lstStyle/>
          <a:p>
            <a:endParaRPr lang="en-US"/>
          </a:p>
        </p:txBody>
      </p:sp>
      <p:pic>
        <p:nvPicPr>
          <p:cNvPr id="24"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802523" y="5164406"/>
            <a:ext cx="278606" cy="278606"/>
          </a:xfrm>
          <a:prstGeom prst="rect">
            <a:avLst/>
          </a:prstGeom>
        </p:spPr>
      </p:pic>
      <p:sp>
        <p:nvSpPr>
          <p:cNvPr id="25" name="Text 19"/>
          <p:cNvSpPr/>
          <p:nvPr/>
        </p:nvSpPr>
        <p:spPr>
          <a:xfrm>
            <a:off x="7632263" y="5819607"/>
            <a:ext cx="4932640" cy="429816"/>
          </a:xfrm>
          <a:prstGeom prst="rect">
            <a:avLst/>
          </a:prstGeom>
          <a:noFill/>
          <a:ln/>
        </p:spPr>
        <p:txBody>
          <a:bodyPr wrap="none" lIns="0" tIns="0" rIns="0" bIns="0" rtlCol="0" anchor="t"/>
          <a:lstStyle/>
          <a:p>
            <a:pPr marL="0" indent="0" algn="l">
              <a:lnSpc>
                <a:spcPts val="3350"/>
              </a:lnSpc>
              <a:buNone/>
            </a:pPr>
            <a:r>
              <a:rPr lang="en-US" sz="2800">
                <a:solidFill>
                  <a:srgbClr val="B5B5B5"/>
                </a:solidFill>
                <a:latin typeface="Inter Tight Medium" pitchFamily="34" charset="0"/>
                <a:ea typeface="Inter Tight Medium" pitchFamily="34" charset="-122"/>
                <a:cs typeface="Inter Tight Medium" pitchFamily="34" charset="-120"/>
              </a:rPr>
              <a:t>Tunuguntla Hima Sai Chandana</a:t>
            </a:r>
            <a:endParaRPr lang="en-US" sz="2800"/>
          </a:p>
        </p:txBody>
      </p:sp>
      <p:sp>
        <p:nvSpPr>
          <p:cNvPr id="26" name="Text 20"/>
          <p:cNvSpPr/>
          <p:nvPr/>
        </p:nvSpPr>
        <p:spPr>
          <a:xfrm>
            <a:off x="7632263" y="6373247"/>
            <a:ext cx="6061948" cy="247531"/>
          </a:xfrm>
          <a:prstGeom prst="rect">
            <a:avLst/>
          </a:prstGeom>
          <a:noFill/>
          <a:ln/>
        </p:spPr>
        <p:txBody>
          <a:bodyPr wrap="none" lIns="0" tIns="0" rIns="0" bIns="0" rtlCol="0" anchor="t"/>
          <a:lstStyle/>
          <a:p>
            <a:pPr marL="0" indent="0" algn="l">
              <a:lnSpc>
                <a:spcPts val="1950"/>
              </a:lnSpc>
              <a:buNone/>
            </a:pPr>
            <a:endParaRPr lang="en-US" sz="1600"/>
          </a:p>
        </p:txBody>
      </p:sp>
      <p:sp>
        <p:nvSpPr>
          <p:cNvPr id="27" name="Text 21"/>
          <p:cNvSpPr/>
          <p:nvPr/>
        </p:nvSpPr>
        <p:spPr>
          <a:xfrm>
            <a:off x="7632263" y="6744603"/>
            <a:ext cx="6061948" cy="247531"/>
          </a:xfrm>
          <a:prstGeom prst="rect">
            <a:avLst/>
          </a:prstGeom>
          <a:noFill/>
          <a:ln/>
        </p:spPr>
        <p:txBody>
          <a:bodyPr wrap="none" lIns="0" tIns="0" rIns="0" bIns="0" rtlCol="0" anchor="t"/>
          <a:lstStyle/>
          <a:p>
            <a:pPr marL="0" indent="0" algn="l">
              <a:lnSpc>
                <a:spcPts val="1950"/>
              </a:lnSpc>
              <a:buNone/>
            </a:pPr>
            <a:r>
              <a:rPr lang="en-US" sz="1600" b="1">
                <a:solidFill>
                  <a:srgbClr val="B5B5B5"/>
                </a:solidFill>
                <a:latin typeface="Inter Tight" pitchFamily="34" charset="0"/>
                <a:ea typeface="Inter Tight" pitchFamily="34" charset="-122"/>
                <a:cs typeface="Inter Tight" pitchFamily="34" charset="-120"/>
              </a:rPr>
              <a:t>Roll No:</a:t>
            </a:r>
            <a:r>
              <a:rPr lang="en-US" sz="1600">
                <a:solidFill>
                  <a:srgbClr val="B5B5B5"/>
                </a:solidFill>
                <a:latin typeface="Inter Tight" pitchFamily="34" charset="0"/>
                <a:ea typeface="Inter Tight" pitchFamily="34" charset="-122"/>
                <a:cs typeface="Inter Tight" pitchFamily="34" charset="-120"/>
              </a:rPr>
              <a:t> 2401MC37</a:t>
            </a:r>
            <a:endParaRPr lang="en-US" sz="1600"/>
          </a:p>
        </p:txBody>
      </p:sp>
      <mc:AlternateContent xmlns:mc="http://schemas.openxmlformats.org/markup-compatibility/2006" xmlns:p14="http://schemas.microsoft.com/office/powerpoint/2010/main">
        <mc:Choice Requires="p14">
          <p:contentPart p14:bwMode="auto" r:id="rId7">
            <p14:nvContentPartPr>
              <p14:cNvPr id="28" name="Ink 27">
                <a:extLst>
                  <a:ext uri="{FF2B5EF4-FFF2-40B4-BE49-F238E27FC236}">
                    <a16:creationId xmlns:a16="http://schemas.microsoft.com/office/drawing/2014/main" id="{B4AEFCC3-40D7-69C1-257A-230D92BCF22A}"/>
                  </a:ext>
                </a:extLst>
              </p14:cNvPr>
              <p14:cNvContentPartPr/>
              <p14:nvPr/>
            </p14:nvContentPartPr>
            <p14:xfrm>
              <a:off x="12807520" y="7743304"/>
              <a:ext cx="1649160" cy="371160"/>
            </p14:xfrm>
          </p:contentPart>
        </mc:Choice>
        <mc:Fallback xmlns="">
          <p:pic>
            <p:nvPicPr>
              <p:cNvPr id="28" name="Ink 27">
                <a:extLst>
                  <a:ext uri="{FF2B5EF4-FFF2-40B4-BE49-F238E27FC236}">
                    <a16:creationId xmlns:a16="http://schemas.microsoft.com/office/drawing/2014/main" id="{B4AEFCC3-40D7-69C1-257A-230D92BCF22A}"/>
                  </a:ext>
                </a:extLst>
              </p:cNvPr>
              <p:cNvPicPr/>
              <p:nvPr/>
            </p:nvPicPr>
            <p:blipFill>
              <a:blip r:embed="rId8"/>
              <a:stretch>
                <a:fillRect/>
              </a:stretch>
            </p:blipFill>
            <p:spPr>
              <a:xfrm>
                <a:off x="12753520" y="7635304"/>
                <a:ext cx="1756800" cy="586800"/>
              </a:xfrm>
              <a:prstGeom prst="rect">
                <a:avLst/>
              </a:prstGeom>
            </p:spPr>
          </p:pic>
        </mc:Fallback>
      </mc:AlternateContent>
      <mc:AlternateContent xmlns:mc="http://schemas.openxmlformats.org/markup-compatibility/2006" xmlns:p14="http://schemas.microsoft.com/office/powerpoint/2010/main">
        <mc:Choice Requires="p14">
          <p:contentPart p14:bwMode="auto" r:id="rId9">
            <p14:nvContentPartPr>
              <p14:cNvPr id="29" name="Ink 28">
                <a:extLst>
                  <a:ext uri="{FF2B5EF4-FFF2-40B4-BE49-F238E27FC236}">
                    <a16:creationId xmlns:a16="http://schemas.microsoft.com/office/drawing/2014/main" id="{BDA7956E-FA16-CCCF-A742-8D7024C8555D}"/>
                  </a:ext>
                </a:extLst>
              </p14:cNvPr>
              <p14:cNvContentPartPr/>
              <p14:nvPr/>
            </p14:nvContentPartPr>
            <p14:xfrm>
              <a:off x="14322760" y="8004452"/>
              <a:ext cx="100080" cy="86760"/>
            </p14:xfrm>
          </p:contentPart>
        </mc:Choice>
        <mc:Fallback xmlns="">
          <p:pic>
            <p:nvPicPr>
              <p:cNvPr id="29" name="Ink 28">
                <a:extLst>
                  <a:ext uri="{FF2B5EF4-FFF2-40B4-BE49-F238E27FC236}">
                    <a16:creationId xmlns:a16="http://schemas.microsoft.com/office/drawing/2014/main" id="{BDA7956E-FA16-CCCF-A742-8D7024C8555D}"/>
                  </a:ext>
                </a:extLst>
              </p:cNvPr>
              <p:cNvPicPr/>
              <p:nvPr/>
            </p:nvPicPr>
            <p:blipFill>
              <a:blip r:embed="rId10"/>
              <a:stretch>
                <a:fillRect/>
              </a:stretch>
            </p:blipFill>
            <p:spPr>
              <a:xfrm>
                <a:off x="14268954" y="7896452"/>
                <a:ext cx="207334" cy="302400"/>
              </a:xfrm>
              <a:prstGeom prst="rect">
                <a:avLst/>
              </a:prstGeom>
            </p:spPr>
          </p:pic>
        </mc:Fallback>
      </mc:AlternateContent>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40341"/>
            <a:ext cx="14630400" cy="8229600"/>
          </a:xfrm>
          <a:prstGeom prst="rect">
            <a:avLst/>
          </a:prstGeom>
        </p:spPr>
      </p:pic>
      <p:sp>
        <p:nvSpPr>
          <p:cNvPr id="3" name="Shape 0"/>
          <p:cNvSpPr/>
          <p:nvPr/>
        </p:nvSpPr>
        <p:spPr>
          <a:xfrm>
            <a:off x="0" y="26894"/>
            <a:ext cx="14630400" cy="8229600"/>
          </a:xfrm>
          <a:prstGeom prst="rect">
            <a:avLst/>
          </a:prstGeom>
          <a:solidFill>
            <a:srgbClr val="000000">
              <a:alpha val="80000"/>
            </a:srgbClr>
          </a:solidFill>
          <a:ln/>
        </p:spPr>
        <p:txBody>
          <a:bodyPr/>
          <a:lstStyle/>
          <a:p>
            <a:endParaRPr lang="en-US"/>
          </a:p>
        </p:txBody>
      </p:sp>
      <p:sp>
        <p:nvSpPr>
          <p:cNvPr id="4" name="Text 1"/>
          <p:cNvSpPr/>
          <p:nvPr/>
        </p:nvSpPr>
        <p:spPr>
          <a:xfrm>
            <a:off x="695339" y="854849"/>
            <a:ext cx="7166134" cy="869328"/>
          </a:xfrm>
          <a:prstGeom prst="rect">
            <a:avLst/>
          </a:prstGeom>
          <a:noFill/>
          <a:ln/>
        </p:spPr>
        <p:txBody>
          <a:bodyPr wrap="none" lIns="0" tIns="0" rIns="0" bIns="0" rtlCol="0" anchor="t"/>
          <a:lstStyle/>
          <a:p>
            <a:pPr marL="0" indent="0" algn="l">
              <a:lnSpc>
                <a:spcPts val="6750"/>
              </a:lnSpc>
              <a:buNone/>
            </a:pPr>
            <a:r>
              <a:rPr lang="en-US" sz="6000">
                <a:solidFill>
                  <a:srgbClr val="FFFFFF"/>
                </a:solidFill>
                <a:latin typeface="Inter Tight Medium"/>
                <a:ea typeface="Inter Tight Medium"/>
                <a:cs typeface="Inter Tight Medium"/>
              </a:rPr>
              <a:t>Introduction:</a:t>
            </a:r>
            <a:endParaRPr lang="en-US" sz="6000"/>
          </a:p>
        </p:txBody>
      </p:sp>
      <p:sp>
        <p:nvSpPr>
          <p:cNvPr id="5" name="Text 2"/>
          <p:cNvSpPr/>
          <p:nvPr/>
        </p:nvSpPr>
        <p:spPr>
          <a:xfrm>
            <a:off x="695339" y="1799985"/>
            <a:ext cx="12822865" cy="990351"/>
          </a:xfrm>
          <a:prstGeom prst="rect">
            <a:avLst/>
          </a:prstGeom>
          <a:noFill/>
          <a:ln/>
        </p:spPr>
        <p:txBody>
          <a:bodyPr wrap="square" lIns="0" tIns="0" rIns="0" bIns="0" rtlCol="0" anchor="t"/>
          <a:lstStyle/>
          <a:p>
            <a:r>
              <a:rPr lang="en-US" sz="2200">
                <a:solidFill>
                  <a:schemeClr val="bg1"/>
                </a:solidFill>
                <a:ea typeface="+mn-lt"/>
                <a:cs typeface="+mn-lt"/>
              </a:rPr>
              <a:t>An Intrusion Detection System is a security tool that monitors network traffic for suspicious activity and known threats. It acts as a digital security guard, analyzing data packets in real-time to identify patterns that deviate from "normal" behavior. The primary use of an IDS is to provide early warning alerts for cyberattacks before they can compromise sensitive data. As network traffic becomes more complex, traditional firewalls are often insufficient; an IDS provides a deeper layer of defense by using </a:t>
            </a:r>
            <a:r>
              <a:rPr lang="en-US" sz="2200" b="1">
                <a:solidFill>
                  <a:schemeClr val="bg1"/>
                </a:solidFill>
                <a:ea typeface="+mn-lt"/>
                <a:cs typeface="+mn-lt"/>
              </a:rPr>
              <a:t>Machine Learning. </a:t>
            </a:r>
            <a:r>
              <a:rPr lang="en-US" sz="2200">
                <a:solidFill>
                  <a:schemeClr val="bg1"/>
                </a:solidFill>
                <a:ea typeface="+mn-lt"/>
                <a:cs typeface="+mn-lt"/>
              </a:rPr>
              <a:t>Here are some challenges:</a:t>
            </a:r>
          </a:p>
        </p:txBody>
      </p:sp>
      <p:sp>
        <p:nvSpPr>
          <p:cNvPr id="6" name="Shape 3"/>
          <p:cNvSpPr/>
          <p:nvPr/>
        </p:nvSpPr>
        <p:spPr>
          <a:xfrm>
            <a:off x="722233" y="3883118"/>
            <a:ext cx="6489740" cy="1507093"/>
          </a:xfrm>
          <a:prstGeom prst="roundRect">
            <a:avLst>
              <a:gd name="adj" fmla="val 7281"/>
            </a:avLst>
          </a:prstGeom>
          <a:solidFill>
            <a:srgbClr val="000000">
              <a:alpha val="95000"/>
            </a:srgbClr>
          </a:solidFill>
          <a:ln w="22860">
            <a:solidFill>
              <a:srgbClr val="383838"/>
            </a:solidFill>
            <a:prstDash val="solid"/>
          </a:ln>
        </p:spPr>
        <p:txBody>
          <a:bodyPr/>
          <a:lstStyle/>
          <a:p>
            <a:endParaRPr lang="en-US"/>
          </a:p>
        </p:txBody>
      </p:sp>
      <p:sp>
        <p:nvSpPr>
          <p:cNvPr id="7" name="Shape 4"/>
          <p:cNvSpPr/>
          <p:nvPr/>
        </p:nvSpPr>
        <p:spPr>
          <a:xfrm>
            <a:off x="699373" y="3815883"/>
            <a:ext cx="91440" cy="1507093"/>
          </a:xfrm>
          <a:prstGeom prst="roundRect">
            <a:avLst>
              <a:gd name="adj" fmla="val 203135"/>
            </a:avLst>
          </a:prstGeom>
          <a:solidFill>
            <a:srgbClr val="FE6A03"/>
          </a:solidFill>
          <a:ln/>
        </p:spPr>
        <p:txBody>
          <a:bodyPr/>
          <a:lstStyle/>
          <a:p>
            <a:endParaRPr lang="en-US"/>
          </a:p>
        </p:txBody>
      </p:sp>
      <p:sp>
        <p:nvSpPr>
          <p:cNvPr id="8" name="Text 5"/>
          <p:cNvSpPr/>
          <p:nvPr/>
        </p:nvSpPr>
        <p:spPr>
          <a:xfrm>
            <a:off x="1020008" y="3964396"/>
            <a:ext cx="5173872" cy="454868"/>
          </a:xfrm>
          <a:prstGeom prst="rect">
            <a:avLst/>
          </a:prstGeom>
          <a:noFill/>
          <a:ln/>
        </p:spPr>
        <p:txBody>
          <a:bodyPr wrap="none" lIns="0" tIns="0" rIns="0" bIns="0" rtlCol="0" anchor="t"/>
          <a:lstStyle/>
          <a:p>
            <a:pPr>
              <a:lnSpc>
                <a:spcPts val="3350"/>
              </a:lnSpc>
            </a:pPr>
            <a:r>
              <a:rPr lang="en-US" sz="2800">
                <a:solidFill>
                  <a:srgbClr val="FE6A03"/>
                </a:solidFill>
                <a:latin typeface="Inter Tight Medium"/>
                <a:ea typeface="Inter Tight Medium"/>
                <a:cs typeface="Inter Tight Medium"/>
              </a:rPr>
              <a:t>High-Dimensional Network Data</a:t>
            </a:r>
            <a:endParaRPr lang="en-US" sz="2800">
              <a:ea typeface="Calibri"/>
              <a:cs typeface="Calibri"/>
            </a:endParaRPr>
          </a:p>
        </p:txBody>
      </p:sp>
      <p:sp>
        <p:nvSpPr>
          <p:cNvPr id="9" name="Text 6"/>
          <p:cNvSpPr/>
          <p:nvPr/>
        </p:nvSpPr>
        <p:spPr>
          <a:xfrm>
            <a:off x="1020008" y="4448000"/>
            <a:ext cx="5962769" cy="930592"/>
          </a:xfrm>
          <a:prstGeom prst="rect">
            <a:avLst/>
          </a:prstGeom>
          <a:noFill/>
          <a:ln/>
        </p:spPr>
        <p:txBody>
          <a:bodyPr wrap="square" lIns="0" tIns="0" rIns="0" bIns="0" rtlCol="0" anchor="t"/>
          <a:lstStyle/>
          <a:p>
            <a:pPr>
              <a:lnSpc>
                <a:spcPts val="1950"/>
              </a:lnSpc>
            </a:pPr>
            <a:r>
              <a:rPr lang="en-US" sz="1600">
                <a:solidFill>
                  <a:schemeClr val="bg1"/>
                </a:solidFill>
              </a:rPr>
              <a:t>Modern network traffic contains a large number of features (like packet size, protocol, duration), making it difficult to identify useful patterns using traditional methods.</a:t>
            </a:r>
          </a:p>
        </p:txBody>
      </p:sp>
      <p:sp>
        <p:nvSpPr>
          <p:cNvPr id="10" name="Shape 7"/>
          <p:cNvSpPr/>
          <p:nvPr/>
        </p:nvSpPr>
        <p:spPr>
          <a:xfrm>
            <a:off x="7418308" y="3883118"/>
            <a:ext cx="6489859" cy="1507093"/>
          </a:xfrm>
          <a:prstGeom prst="roundRect">
            <a:avLst>
              <a:gd name="adj" fmla="val 7281"/>
            </a:avLst>
          </a:prstGeom>
          <a:solidFill>
            <a:srgbClr val="000000">
              <a:alpha val="95000"/>
            </a:srgbClr>
          </a:solidFill>
          <a:ln w="22860">
            <a:solidFill>
              <a:srgbClr val="383838"/>
            </a:solidFill>
            <a:prstDash val="solid"/>
          </a:ln>
        </p:spPr>
        <p:txBody>
          <a:bodyPr/>
          <a:lstStyle/>
          <a:p>
            <a:endParaRPr lang="en-US"/>
          </a:p>
        </p:txBody>
      </p:sp>
      <p:sp>
        <p:nvSpPr>
          <p:cNvPr id="11" name="Shape 8"/>
          <p:cNvSpPr/>
          <p:nvPr/>
        </p:nvSpPr>
        <p:spPr>
          <a:xfrm>
            <a:off x="7395448" y="3829330"/>
            <a:ext cx="91440" cy="1507093"/>
          </a:xfrm>
          <a:prstGeom prst="roundRect">
            <a:avLst>
              <a:gd name="adj" fmla="val 203135"/>
            </a:avLst>
          </a:prstGeom>
          <a:solidFill>
            <a:srgbClr val="FE6A03"/>
          </a:solidFill>
          <a:ln/>
        </p:spPr>
        <p:txBody>
          <a:bodyPr/>
          <a:lstStyle/>
          <a:p>
            <a:endParaRPr lang="en-US"/>
          </a:p>
        </p:txBody>
      </p:sp>
      <p:sp>
        <p:nvSpPr>
          <p:cNvPr id="12" name="Text 9"/>
          <p:cNvSpPr/>
          <p:nvPr/>
        </p:nvSpPr>
        <p:spPr>
          <a:xfrm>
            <a:off x="7716083" y="3964396"/>
            <a:ext cx="3583067" cy="429816"/>
          </a:xfrm>
          <a:prstGeom prst="rect">
            <a:avLst/>
          </a:prstGeom>
          <a:noFill/>
          <a:ln/>
        </p:spPr>
        <p:txBody>
          <a:bodyPr wrap="none" lIns="0" tIns="0" rIns="0" bIns="0" rtlCol="0" anchor="t"/>
          <a:lstStyle/>
          <a:p>
            <a:pPr marL="0" indent="0" algn="l">
              <a:lnSpc>
                <a:spcPts val="3350"/>
              </a:lnSpc>
              <a:buNone/>
            </a:pPr>
            <a:r>
              <a:rPr lang="en-US" sz="2800">
                <a:solidFill>
                  <a:srgbClr val="FE6A03"/>
                </a:solidFill>
                <a:latin typeface="Inter Tight Medium" pitchFamily="34" charset="0"/>
                <a:ea typeface="Inter Tight Medium" pitchFamily="34" charset="-122"/>
                <a:cs typeface="Inter Tight Medium" pitchFamily="34" charset="-120"/>
              </a:rPr>
              <a:t>Evolving Cyber Attacks</a:t>
            </a:r>
            <a:endParaRPr lang="en-US" sz="2800"/>
          </a:p>
        </p:txBody>
      </p:sp>
      <p:sp>
        <p:nvSpPr>
          <p:cNvPr id="13" name="Text 10"/>
          <p:cNvSpPr/>
          <p:nvPr/>
        </p:nvSpPr>
        <p:spPr>
          <a:xfrm>
            <a:off x="7716083" y="4434553"/>
            <a:ext cx="5962888" cy="618886"/>
          </a:xfrm>
          <a:prstGeom prst="rect">
            <a:avLst/>
          </a:prstGeom>
          <a:noFill/>
          <a:ln/>
        </p:spPr>
        <p:txBody>
          <a:bodyPr wrap="square" lIns="0" tIns="0" rIns="0" bIns="0" rtlCol="0" anchor="t"/>
          <a:lstStyle/>
          <a:p>
            <a:pPr>
              <a:lnSpc>
                <a:spcPts val="1950"/>
              </a:lnSpc>
            </a:pPr>
            <a:r>
              <a:rPr lang="en-US" sz="1600">
                <a:solidFill>
                  <a:schemeClr val="bg1"/>
                </a:solidFill>
              </a:rPr>
              <a:t>Attackers constantly change their strategies (zero-day attacks, new malware), making rule-based systems ineffective and requiring adaptive ML-based detection.</a:t>
            </a:r>
          </a:p>
        </p:txBody>
      </p:sp>
      <p:sp>
        <p:nvSpPr>
          <p:cNvPr id="14" name="Shape 11"/>
          <p:cNvSpPr/>
          <p:nvPr/>
        </p:nvSpPr>
        <p:spPr>
          <a:xfrm>
            <a:off x="722233" y="5609993"/>
            <a:ext cx="6489740" cy="1507093"/>
          </a:xfrm>
          <a:prstGeom prst="roundRect">
            <a:avLst>
              <a:gd name="adj" fmla="val 7281"/>
            </a:avLst>
          </a:prstGeom>
          <a:solidFill>
            <a:srgbClr val="000000">
              <a:alpha val="95000"/>
            </a:srgbClr>
          </a:solidFill>
          <a:ln w="22860">
            <a:solidFill>
              <a:srgbClr val="383838"/>
            </a:solidFill>
            <a:prstDash val="solid"/>
          </a:ln>
        </p:spPr>
        <p:txBody>
          <a:bodyPr/>
          <a:lstStyle/>
          <a:p>
            <a:endParaRPr lang="en-US"/>
          </a:p>
        </p:txBody>
      </p:sp>
      <p:sp>
        <p:nvSpPr>
          <p:cNvPr id="15" name="Shape 12"/>
          <p:cNvSpPr/>
          <p:nvPr/>
        </p:nvSpPr>
        <p:spPr>
          <a:xfrm>
            <a:off x="699373" y="5569652"/>
            <a:ext cx="91440" cy="1507093"/>
          </a:xfrm>
          <a:prstGeom prst="roundRect">
            <a:avLst>
              <a:gd name="adj" fmla="val 203135"/>
            </a:avLst>
          </a:prstGeom>
          <a:solidFill>
            <a:srgbClr val="FE6A03"/>
          </a:solidFill>
          <a:ln/>
        </p:spPr>
        <p:txBody>
          <a:bodyPr/>
          <a:lstStyle/>
          <a:p>
            <a:endParaRPr lang="en-US"/>
          </a:p>
        </p:txBody>
      </p:sp>
      <p:sp>
        <p:nvSpPr>
          <p:cNvPr id="16" name="Text 13"/>
          <p:cNvSpPr/>
          <p:nvPr/>
        </p:nvSpPr>
        <p:spPr>
          <a:xfrm>
            <a:off x="1020008" y="5689429"/>
            <a:ext cx="4697883" cy="429816"/>
          </a:xfrm>
          <a:prstGeom prst="rect">
            <a:avLst/>
          </a:prstGeom>
          <a:noFill/>
          <a:ln/>
        </p:spPr>
        <p:txBody>
          <a:bodyPr wrap="none" lIns="0" tIns="0" rIns="0" bIns="0" rtlCol="0" anchor="t"/>
          <a:lstStyle/>
          <a:p>
            <a:pPr marL="0" indent="0" algn="l">
              <a:lnSpc>
                <a:spcPts val="3350"/>
              </a:lnSpc>
              <a:buNone/>
            </a:pPr>
            <a:r>
              <a:rPr lang="en-US" sz="2800" err="1">
                <a:solidFill>
                  <a:srgbClr val="FE6A03"/>
                </a:solidFill>
                <a:latin typeface="Inter Tight Medium" pitchFamily="34" charset="0"/>
                <a:ea typeface="Inter Tight Medium" pitchFamily="34" charset="-122"/>
                <a:cs typeface="Inter Tight Medium" pitchFamily="34" charset="-120"/>
              </a:rPr>
              <a:t>Imablanced</a:t>
            </a:r>
            <a:r>
              <a:rPr lang="en-US" sz="2800">
                <a:solidFill>
                  <a:srgbClr val="FE6A03"/>
                </a:solidFill>
                <a:latin typeface="Inter Tight Medium" pitchFamily="34" charset="0"/>
                <a:ea typeface="Inter Tight Medium" pitchFamily="34" charset="-122"/>
                <a:cs typeface="Inter Tight Medium" pitchFamily="34" charset="-120"/>
              </a:rPr>
              <a:t> dataset Problem</a:t>
            </a:r>
            <a:endParaRPr lang="en-US" sz="2800"/>
          </a:p>
        </p:txBody>
      </p:sp>
      <p:sp>
        <p:nvSpPr>
          <p:cNvPr id="17" name="Text 14"/>
          <p:cNvSpPr/>
          <p:nvPr/>
        </p:nvSpPr>
        <p:spPr>
          <a:xfrm>
            <a:off x="1020008" y="6204571"/>
            <a:ext cx="5962769" cy="495062"/>
          </a:xfrm>
          <a:prstGeom prst="rect">
            <a:avLst/>
          </a:prstGeom>
          <a:noFill/>
          <a:ln/>
        </p:spPr>
        <p:txBody>
          <a:bodyPr wrap="square" lIns="0" tIns="0" rIns="0" bIns="0" rtlCol="0" anchor="t"/>
          <a:lstStyle/>
          <a:p>
            <a:pPr>
              <a:lnSpc>
                <a:spcPts val="1950"/>
              </a:lnSpc>
            </a:pPr>
            <a:r>
              <a:rPr lang="en-US" sz="1600">
                <a:solidFill>
                  <a:schemeClr val="bg1"/>
                </a:solidFill>
              </a:rPr>
              <a:t>In datasets like the </a:t>
            </a:r>
            <a:r>
              <a:rPr lang="en-US" sz="1600" b="1">
                <a:solidFill>
                  <a:schemeClr val="bg1"/>
                </a:solidFill>
              </a:rPr>
              <a:t>UNSW-NB15 dataset</a:t>
            </a:r>
            <a:r>
              <a:rPr lang="en-US" sz="1600">
                <a:solidFill>
                  <a:schemeClr val="bg1"/>
                </a:solidFill>
              </a:rPr>
              <a:t>, normal traffic is much higher than attack traffic, which can lead to biased models if not handled properly.</a:t>
            </a:r>
          </a:p>
        </p:txBody>
      </p:sp>
      <p:sp>
        <p:nvSpPr>
          <p:cNvPr id="18" name="Shape 15"/>
          <p:cNvSpPr/>
          <p:nvPr/>
        </p:nvSpPr>
        <p:spPr>
          <a:xfrm>
            <a:off x="7418308" y="5623440"/>
            <a:ext cx="6489859" cy="1507093"/>
          </a:xfrm>
          <a:prstGeom prst="roundRect">
            <a:avLst>
              <a:gd name="adj" fmla="val 7281"/>
            </a:avLst>
          </a:prstGeom>
          <a:solidFill>
            <a:srgbClr val="000000">
              <a:alpha val="95000"/>
            </a:srgbClr>
          </a:solidFill>
          <a:ln w="22860">
            <a:solidFill>
              <a:srgbClr val="383838"/>
            </a:solidFill>
            <a:prstDash val="solid"/>
          </a:ln>
        </p:spPr>
        <p:txBody>
          <a:bodyPr/>
          <a:lstStyle/>
          <a:p>
            <a:endParaRPr lang="en-US"/>
          </a:p>
        </p:txBody>
      </p:sp>
      <p:sp>
        <p:nvSpPr>
          <p:cNvPr id="19" name="Shape 16"/>
          <p:cNvSpPr/>
          <p:nvPr/>
        </p:nvSpPr>
        <p:spPr>
          <a:xfrm>
            <a:off x="7395448" y="5609994"/>
            <a:ext cx="91440" cy="1507093"/>
          </a:xfrm>
          <a:prstGeom prst="roundRect">
            <a:avLst>
              <a:gd name="adj" fmla="val 203135"/>
            </a:avLst>
          </a:prstGeom>
          <a:solidFill>
            <a:srgbClr val="FE6A03"/>
          </a:solidFill>
          <a:ln/>
        </p:spPr>
        <p:txBody>
          <a:bodyPr/>
          <a:lstStyle/>
          <a:p>
            <a:endParaRPr lang="en-US"/>
          </a:p>
        </p:txBody>
      </p:sp>
      <p:sp>
        <p:nvSpPr>
          <p:cNvPr id="20" name="Text 17"/>
          <p:cNvSpPr/>
          <p:nvPr/>
        </p:nvSpPr>
        <p:spPr>
          <a:xfrm>
            <a:off x="7716083" y="5703797"/>
            <a:ext cx="5386814" cy="467394"/>
          </a:xfrm>
          <a:prstGeom prst="rect">
            <a:avLst/>
          </a:prstGeom>
          <a:noFill/>
          <a:ln/>
        </p:spPr>
        <p:txBody>
          <a:bodyPr wrap="none" lIns="0" tIns="0" rIns="0" bIns="0" rtlCol="0" anchor="t"/>
          <a:lstStyle/>
          <a:p>
            <a:pPr marL="0" indent="0" algn="l">
              <a:lnSpc>
                <a:spcPts val="3350"/>
              </a:lnSpc>
              <a:buNone/>
            </a:pPr>
            <a:r>
              <a:rPr lang="en-US" sz="2800">
                <a:solidFill>
                  <a:srgbClr val="FE6A03"/>
                </a:solidFill>
                <a:latin typeface="Inter Tight Medium" pitchFamily="34" charset="0"/>
                <a:ea typeface="Inter Tight Medium" pitchFamily="34" charset="-122"/>
                <a:cs typeface="Inter Tight Medium" pitchFamily="34" charset="-120"/>
              </a:rPr>
              <a:t>Accurate </a:t>
            </a:r>
            <a:r>
              <a:rPr lang="en-US" sz="2800" err="1">
                <a:solidFill>
                  <a:srgbClr val="FE6A03"/>
                </a:solidFill>
                <a:latin typeface="Inter Tight Medium" pitchFamily="34" charset="0"/>
                <a:ea typeface="Inter Tight Medium" pitchFamily="34" charset="-122"/>
                <a:cs typeface="Inter Tight Medium" pitchFamily="34" charset="-120"/>
              </a:rPr>
              <a:t>MultiClass</a:t>
            </a:r>
            <a:r>
              <a:rPr lang="en-US" sz="2800">
                <a:solidFill>
                  <a:srgbClr val="FE6A03"/>
                </a:solidFill>
                <a:latin typeface="Inter Tight Medium" pitchFamily="34" charset="0"/>
                <a:ea typeface="Inter Tight Medium" pitchFamily="34" charset="-122"/>
                <a:cs typeface="Inter Tight Medium" pitchFamily="34" charset="-120"/>
              </a:rPr>
              <a:t> Classification</a:t>
            </a:r>
            <a:endParaRPr lang="en-US" sz="2800"/>
          </a:p>
        </p:txBody>
      </p:sp>
      <p:sp>
        <p:nvSpPr>
          <p:cNvPr id="21" name="Text 18"/>
          <p:cNvSpPr/>
          <p:nvPr/>
        </p:nvSpPr>
        <p:spPr>
          <a:xfrm>
            <a:off x="7716083" y="6244912"/>
            <a:ext cx="5962888" cy="495062"/>
          </a:xfrm>
          <a:prstGeom prst="rect">
            <a:avLst/>
          </a:prstGeom>
          <a:noFill/>
          <a:ln/>
        </p:spPr>
        <p:txBody>
          <a:bodyPr wrap="square" lIns="0" tIns="0" rIns="0" bIns="0" rtlCol="0" anchor="t"/>
          <a:lstStyle/>
          <a:p>
            <a:r>
              <a:rPr lang="en-US" sz="1600">
                <a:solidFill>
                  <a:schemeClr val="bg1"/>
                </a:solidFill>
              </a:rPr>
              <a:t>The system must not only detect attacks but also correctly classify different types (DoS, Exploits, </a:t>
            </a:r>
            <a:r>
              <a:rPr lang="en-US" sz="1600" err="1">
                <a:solidFill>
                  <a:schemeClr val="bg1"/>
                </a:solidFill>
              </a:rPr>
              <a:t>Fuzzers</a:t>
            </a:r>
            <a:r>
              <a:rPr lang="en-US" sz="1600">
                <a:solidFill>
                  <a:schemeClr val="bg1"/>
                </a:solidFill>
              </a:rPr>
              <a:t>, etc.), which is a complex task.</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D5FCA8-DD64-1ED5-BB73-18FAAC05DED5}"/>
            </a:ext>
          </a:extLst>
        </p:cNvPr>
        <p:cNvGrpSpPr/>
        <p:nvPr/>
      </p:nvGrpSpPr>
      <p:grpSpPr>
        <a:xfrm>
          <a:off x="0" y="0"/>
          <a:ext cx="0" cy="0"/>
          <a:chOff x="0" y="0"/>
          <a:chExt cx="0" cy="0"/>
        </a:xfrm>
      </p:grpSpPr>
      <p:pic>
        <p:nvPicPr>
          <p:cNvPr id="2" name="Image 0" descr="preencoded.png">
            <a:extLst>
              <a:ext uri="{FF2B5EF4-FFF2-40B4-BE49-F238E27FC236}">
                <a16:creationId xmlns:a16="http://schemas.microsoft.com/office/drawing/2014/main" id="{DFB4EAA0-71E2-ADF0-19C1-26BEBA24CA88}"/>
              </a:ext>
            </a:extLst>
          </p:cNvPr>
          <p:cNvPicPr>
            <a:picLocks noChangeAspect="1"/>
          </p:cNvPicPr>
          <p:nvPr/>
        </p:nvPicPr>
        <p:blipFill>
          <a:blip r:embed="rId3"/>
          <a:stretch>
            <a:fillRect/>
          </a:stretch>
        </p:blipFill>
        <p:spPr>
          <a:xfrm>
            <a:off x="0" y="2763"/>
            <a:ext cx="14630400" cy="8229600"/>
          </a:xfrm>
          <a:prstGeom prst="rect">
            <a:avLst/>
          </a:prstGeom>
        </p:spPr>
      </p:pic>
      <p:sp>
        <p:nvSpPr>
          <p:cNvPr id="3" name="Shape 0">
            <a:extLst>
              <a:ext uri="{FF2B5EF4-FFF2-40B4-BE49-F238E27FC236}">
                <a16:creationId xmlns:a16="http://schemas.microsoft.com/office/drawing/2014/main" id="{44B1F2A4-3237-4E08-1FA1-E0AC0024B738}"/>
              </a:ext>
            </a:extLst>
          </p:cNvPr>
          <p:cNvSpPr/>
          <p:nvPr/>
        </p:nvSpPr>
        <p:spPr>
          <a:xfrm>
            <a:off x="0" y="1842"/>
            <a:ext cx="14630400" cy="8229600"/>
          </a:xfrm>
          <a:prstGeom prst="rect">
            <a:avLst/>
          </a:prstGeom>
          <a:solidFill>
            <a:srgbClr val="000000">
              <a:alpha val="80000"/>
            </a:srgbClr>
          </a:solidFill>
          <a:ln/>
        </p:spPr>
        <p:txBody>
          <a:bodyPr/>
          <a:lstStyle/>
          <a:p>
            <a:endParaRPr lang="en-US"/>
          </a:p>
        </p:txBody>
      </p:sp>
      <p:sp>
        <p:nvSpPr>
          <p:cNvPr id="4" name="Text 1">
            <a:extLst>
              <a:ext uri="{FF2B5EF4-FFF2-40B4-BE49-F238E27FC236}">
                <a16:creationId xmlns:a16="http://schemas.microsoft.com/office/drawing/2014/main" id="{B57B7FA6-669D-7D00-39B2-CDDF52543A35}"/>
              </a:ext>
            </a:extLst>
          </p:cNvPr>
          <p:cNvSpPr/>
          <p:nvPr/>
        </p:nvSpPr>
        <p:spPr>
          <a:xfrm>
            <a:off x="720391" y="1410599"/>
            <a:ext cx="7166134" cy="869328"/>
          </a:xfrm>
          <a:prstGeom prst="rect">
            <a:avLst/>
          </a:prstGeom>
          <a:noFill/>
          <a:ln/>
        </p:spPr>
        <p:txBody>
          <a:bodyPr wrap="none" lIns="0" tIns="0" rIns="0" bIns="0" rtlCol="0" anchor="t"/>
          <a:lstStyle/>
          <a:p>
            <a:pPr>
              <a:lnSpc>
                <a:spcPts val="6750"/>
              </a:lnSpc>
            </a:pPr>
            <a:r>
              <a:rPr lang="en-US" sz="6000">
                <a:solidFill>
                  <a:srgbClr val="FFFFFF"/>
                </a:solidFill>
                <a:latin typeface="Inter Tight Medium"/>
                <a:ea typeface="Inter Tight Medium"/>
                <a:cs typeface="Inter Tight Medium"/>
              </a:rPr>
              <a:t>Problem Statement:</a:t>
            </a:r>
          </a:p>
        </p:txBody>
      </p:sp>
      <p:sp>
        <p:nvSpPr>
          <p:cNvPr id="22" name="Shape 0">
            <a:extLst>
              <a:ext uri="{FF2B5EF4-FFF2-40B4-BE49-F238E27FC236}">
                <a16:creationId xmlns:a16="http://schemas.microsoft.com/office/drawing/2014/main" id="{916DABF9-C287-4841-2DA9-EB1E4CFCDB36}"/>
              </a:ext>
            </a:extLst>
          </p:cNvPr>
          <p:cNvSpPr/>
          <p:nvPr/>
        </p:nvSpPr>
        <p:spPr>
          <a:xfrm>
            <a:off x="1741117" y="2795146"/>
            <a:ext cx="11135638" cy="3131507"/>
          </a:xfrm>
          <a:prstGeom prst="roundRect">
            <a:avLst/>
          </a:prstGeom>
          <a:solidFill>
            <a:schemeClr val="tx2">
              <a:lumMod val="50000"/>
            </a:schemeClr>
          </a:solidFill>
          <a:ln/>
        </p:spPr>
        <p:txBody>
          <a:bodyPr/>
          <a:lstStyle/>
          <a:p>
            <a:endParaRPr lang="en-US">
              <a:solidFill>
                <a:srgbClr val="4472C4"/>
              </a:solidFill>
            </a:endParaRPr>
          </a:p>
        </p:txBody>
      </p:sp>
      <p:sp>
        <p:nvSpPr>
          <p:cNvPr id="23" name="Text 2">
            <a:extLst>
              <a:ext uri="{FF2B5EF4-FFF2-40B4-BE49-F238E27FC236}">
                <a16:creationId xmlns:a16="http://schemas.microsoft.com/office/drawing/2014/main" id="{4233E592-D7D7-1466-E6FC-14D48745EA9B}"/>
              </a:ext>
            </a:extLst>
          </p:cNvPr>
          <p:cNvSpPr/>
          <p:nvPr/>
        </p:nvSpPr>
        <p:spPr>
          <a:xfrm>
            <a:off x="2338090" y="3246004"/>
            <a:ext cx="9440653" cy="869328"/>
          </a:xfrm>
          <a:prstGeom prst="rect">
            <a:avLst/>
          </a:prstGeom>
          <a:noFill/>
          <a:ln/>
        </p:spPr>
        <p:txBody>
          <a:bodyPr wrap="square" lIns="0" tIns="0" rIns="0" bIns="0" rtlCol="0" anchor="t"/>
          <a:lstStyle/>
          <a:p>
            <a:pPr algn="ctr"/>
            <a:r>
              <a:rPr lang="en-US" sz="2300">
                <a:solidFill>
                  <a:schemeClr val="bg1"/>
                </a:solidFill>
                <a:ea typeface="+mn-lt"/>
                <a:cs typeface="+mn-lt"/>
              </a:rPr>
              <a:t>Modern network environments face significant challenges in detecting </a:t>
            </a:r>
            <a:r>
              <a:rPr lang="en-US" sz="2300" err="1">
                <a:solidFill>
                  <a:schemeClr val="bg1"/>
                </a:solidFill>
                <a:ea typeface="+mn-lt"/>
                <a:cs typeface="+mn-lt"/>
              </a:rPr>
              <a:t>cyber attacks</a:t>
            </a:r>
            <a:r>
              <a:rPr lang="en-US" sz="2300">
                <a:solidFill>
                  <a:schemeClr val="bg1"/>
                </a:solidFill>
                <a:ea typeface="+mn-lt"/>
                <a:cs typeface="+mn-lt"/>
              </a:rPr>
              <a:t> due to the complexity and high dimensionality of network traffic data. Traditional detection systems struggle with imbalanced datasets, rapidly evolving attack patterns, and the need to accurately classify multiple types of intrusions. These limitations reduce detection effectiveness and highlight the need for more intelligent and adaptive solutions.</a:t>
            </a:r>
            <a:endParaRPr lang="en-US">
              <a:solidFill>
                <a:schemeClr val="bg1"/>
              </a:solidFill>
              <a:ea typeface="+mn-lt"/>
              <a:cs typeface="+mn-lt"/>
            </a:endParaRPr>
          </a:p>
          <a:p>
            <a:pPr algn="ctr"/>
            <a:endParaRPr lang="en-US" sz="2300">
              <a:solidFill>
                <a:schemeClr val="bg1"/>
              </a:solidFill>
              <a:ea typeface="Calibri"/>
              <a:cs typeface="Calibri"/>
            </a:endParaRPr>
          </a:p>
        </p:txBody>
      </p:sp>
    </p:spTree>
    <p:extLst>
      <p:ext uri="{BB962C8B-B14F-4D97-AF65-F5344CB8AC3E}">
        <p14:creationId xmlns:p14="http://schemas.microsoft.com/office/powerpoint/2010/main" val="25786664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22233" y="1009293"/>
            <a:ext cx="7166134" cy="859869"/>
          </a:xfrm>
          <a:prstGeom prst="rect">
            <a:avLst/>
          </a:prstGeom>
          <a:noFill/>
          <a:ln/>
        </p:spPr>
        <p:txBody>
          <a:bodyPr wrap="none" lIns="0" tIns="0" rIns="0" bIns="0" rtlCol="0" anchor="t"/>
          <a:lstStyle/>
          <a:p>
            <a:pPr marL="0" indent="0" algn="l">
              <a:lnSpc>
                <a:spcPts val="6750"/>
              </a:lnSpc>
              <a:buNone/>
            </a:pPr>
            <a:r>
              <a:rPr lang="en-US" sz="6000">
                <a:solidFill>
                  <a:srgbClr val="FFFFFF"/>
                </a:solidFill>
                <a:latin typeface="Inter Tight Medium"/>
                <a:ea typeface="Inter Tight Medium"/>
                <a:cs typeface="Inter Tight Medium"/>
              </a:rPr>
              <a:t>Project Objectives:</a:t>
            </a:r>
            <a:endParaRPr lang="en-US" sz="6000">
              <a:latin typeface="Inter Tight Medium"/>
              <a:ea typeface="Inter Tight Medium"/>
              <a:cs typeface="Inter Tight Medium"/>
            </a:endParaRPr>
          </a:p>
        </p:txBody>
      </p:sp>
      <p:sp>
        <p:nvSpPr>
          <p:cNvPr id="3" name="Text 1"/>
          <p:cNvSpPr/>
          <p:nvPr/>
        </p:nvSpPr>
        <p:spPr>
          <a:xfrm>
            <a:off x="722233" y="2281833"/>
            <a:ext cx="13185934" cy="247531"/>
          </a:xfrm>
          <a:prstGeom prst="rect">
            <a:avLst/>
          </a:prstGeom>
          <a:noFill/>
          <a:ln/>
        </p:spPr>
        <p:txBody>
          <a:bodyPr wrap="none" lIns="0" tIns="0" rIns="0" bIns="0" rtlCol="0" anchor="t"/>
          <a:lstStyle/>
          <a:p>
            <a:pPr marL="0" indent="0" algn="l">
              <a:lnSpc>
                <a:spcPts val="1950"/>
              </a:lnSpc>
              <a:buNone/>
            </a:pPr>
            <a:r>
              <a:rPr lang="en-US" sz="1600">
                <a:solidFill>
                  <a:srgbClr val="B5B5B5"/>
                </a:solidFill>
                <a:latin typeface="Inter Tight" pitchFamily="34" charset="0"/>
                <a:ea typeface="Inter Tight" pitchFamily="34" charset="-122"/>
                <a:cs typeface="Inter Tight" pitchFamily="34" charset="-120"/>
              </a:rPr>
              <a:t>Four core objectives guide this project from raw data collection through to deployment of a fully functional predictive analytics solution.</a:t>
            </a:r>
            <a:endParaRPr lang="en-US" sz="1600"/>
          </a:p>
        </p:txBody>
      </p:sp>
      <p:sp>
        <p:nvSpPr>
          <p:cNvPr id="4" name="Shape 2"/>
          <p:cNvSpPr/>
          <p:nvPr/>
        </p:nvSpPr>
        <p:spPr>
          <a:xfrm>
            <a:off x="722233" y="2761536"/>
            <a:ext cx="6489740" cy="2126218"/>
          </a:xfrm>
          <a:prstGeom prst="roundRect">
            <a:avLst>
              <a:gd name="adj" fmla="val 8736"/>
            </a:avLst>
          </a:prstGeom>
          <a:solidFill>
            <a:srgbClr val="000000">
              <a:alpha val="95000"/>
            </a:srgbClr>
          </a:solidFill>
          <a:ln w="22860">
            <a:solidFill>
              <a:srgbClr val="383838"/>
            </a:solidFill>
            <a:prstDash val="solid"/>
          </a:ln>
        </p:spPr>
        <p:txBody>
          <a:bodyPr/>
          <a:lstStyle/>
          <a:p>
            <a:endParaRPr lang="en-US"/>
          </a:p>
        </p:txBody>
      </p:sp>
      <p:sp>
        <p:nvSpPr>
          <p:cNvPr id="5" name="Shape 3"/>
          <p:cNvSpPr/>
          <p:nvPr/>
        </p:nvSpPr>
        <p:spPr>
          <a:xfrm>
            <a:off x="745093" y="2784396"/>
            <a:ext cx="6444020" cy="619125"/>
          </a:xfrm>
          <a:prstGeom prst="roundRect">
            <a:avLst>
              <a:gd name="adj" fmla="val 25571"/>
            </a:avLst>
          </a:prstGeom>
          <a:solidFill>
            <a:srgbClr val="1F1F1F"/>
          </a:solidFill>
          <a:ln/>
        </p:spPr>
        <p:txBody>
          <a:bodyPr/>
          <a:lstStyle/>
          <a:p>
            <a:endParaRPr lang="en-US"/>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3812262" y="2935367"/>
            <a:ext cx="309562" cy="309563"/>
          </a:xfrm>
          <a:prstGeom prst="rect">
            <a:avLst/>
          </a:prstGeom>
        </p:spPr>
      </p:pic>
      <p:sp>
        <p:nvSpPr>
          <p:cNvPr id="7" name="Text 4"/>
          <p:cNvSpPr/>
          <p:nvPr/>
        </p:nvSpPr>
        <p:spPr>
          <a:xfrm>
            <a:off x="951428" y="3609856"/>
            <a:ext cx="5033129" cy="429816"/>
          </a:xfrm>
          <a:prstGeom prst="rect">
            <a:avLst/>
          </a:prstGeom>
          <a:noFill/>
          <a:ln/>
        </p:spPr>
        <p:txBody>
          <a:bodyPr wrap="none" lIns="0" tIns="0" rIns="0" bIns="0" rtlCol="0" anchor="t"/>
          <a:lstStyle/>
          <a:p>
            <a:pPr marL="0" indent="0" algn="l">
              <a:lnSpc>
                <a:spcPts val="3350"/>
              </a:lnSpc>
              <a:buNone/>
            </a:pPr>
            <a:r>
              <a:rPr lang="en-US" sz="2800">
                <a:solidFill>
                  <a:srgbClr val="B5B5B5"/>
                </a:solidFill>
                <a:latin typeface="Inter Tight Medium" pitchFamily="34" charset="0"/>
                <a:ea typeface="Inter Tight Medium" pitchFamily="34" charset="-122"/>
                <a:cs typeface="Inter Tight Medium" pitchFamily="34" charset="-120"/>
              </a:rPr>
              <a:t>Data Collection &amp; Preprocessing</a:t>
            </a:r>
            <a:endParaRPr lang="en-US" sz="2800"/>
          </a:p>
        </p:txBody>
      </p:sp>
      <p:sp>
        <p:nvSpPr>
          <p:cNvPr id="8" name="Text 5"/>
          <p:cNvSpPr/>
          <p:nvPr/>
        </p:nvSpPr>
        <p:spPr>
          <a:xfrm>
            <a:off x="951428" y="4163497"/>
            <a:ext cx="6031349" cy="495062"/>
          </a:xfrm>
          <a:prstGeom prst="rect">
            <a:avLst/>
          </a:prstGeom>
          <a:noFill/>
          <a:ln/>
        </p:spPr>
        <p:txBody>
          <a:bodyPr wrap="square" lIns="0" tIns="0" rIns="0" bIns="0" rtlCol="0" anchor="t"/>
          <a:lstStyle/>
          <a:p>
            <a:pPr marL="0" indent="0" algn="l">
              <a:lnSpc>
                <a:spcPts val="1950"/>
              </a:lnSpc>
              <a:buNone/>
            </a:pPr>
            <a:r>
              <a:rPr lang="en-US" sz="1600">
                <a:solidFill>
                  <a:srgbClr val="B5B5B5"/>
                </a:solidFill>
                <a:latin typeface="Inter Tight" pitchFamily="34" charset="0"/>
                <a:ea typeface="Inter Tight" pitchFamily="34" charset="-122"/>
                <a:cs typeface="Inter Tight" pitchFamily="34" charset="-120"/>
              </a:rPr>
              <a:t>Gather datasets, handle missing values, normalize features, and prepare data for training pipelines.</a:t>
            </a:r>
            <a:endParaRPr lang="en-US" sz="1600"/>
          </a:p>
        </p:txBody>
      </p:sp>
      <p:sp>
        <p:nvSpPr>
          <p:cNvPr id="9" name="Shape 6"/>
          <p:cNvSpPr/>
          <p:nvPr/>
        </p:nvSpPr>
        <p:spPr>
          <a:xfrm>
            <a:off x="7418308" y="2761536"/>
            <a:ext cx="6489859" cy="2126218"/>
          </a:xfrm>
          <a:prstGeom prst="roundRect">
            <a:avLst>
              <a:gd name="adj" fmla="val 8736"/>
            </a:avLst>
          </a:prstGeom>
          <a:solidFill>
            <a:srgbClr val="000000">
              <a:alpha val="95000"/>
            </a:srgbClr>
          </a:solidFill>
          <a:ln w="22860">
            <a:solidFill>
              <a:srgbClr val="383838"/>
            </a:solidFill>
            <a:prstDash val="solid"/>
          </a:ln>
        </p:spPr>
        <p:txBody>
          <a:bodyPr/>
          <a:lstStyle/>
          <a:p>
            <a:endParaRPr lang="en-US"/>
          </a:p>
        </p:txBody>
      </p:sp>
      <p:sp>
        <p:nvSpPr>
          <p:cNvPr id="10" name="Shape 7"/>
          <p:cNvSpPr/>
          <p:nvPr/>
        </p:nvSpPr>
        <p:spPr>
          <a:xfrm>
            <a:off x="7441168" y="2784396"/>
            <a:ext cx="6444139" cy="619125"/>
          </a:xfrm>
          <a:prstGeom prst="roundRect">
            <a:avLst>
              <a:gd name="adj" fmla="val 25571"/>
            </a:avLst>
          </a:prstGeom>
          <a:solidFill>
            <a:srgbClr val="1F1F1F"/>
          </a:solidFill>
          <a:ln/>
        </p:spPr>
        <p:txBody>
          <a:bodyPr/>
          <a:lstStyle/>
          <a:p>
            <a:endParaRPr lang="en-US"/>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0508456" y="2935367"/>
            <a:ext cx="309562" cy="309563"/>
          </a:xfrm>
          <a:prstGeom prst="rect">
            <a:avLst/>
          </a:prstGeom>
        </p:spPr>
      </p:pic>
      <p:sp>
        <p:nvSpPr>
          <p:cNvPr id="12" name="Text 8"/>
          <p:cNvSpPr/>
          <p:nvPr/>
        </p:nvSpPr>
        <p:spPr>
          <a:xfrm>
            <a:off x="7647503" y="3609856"/>
            <a:ext cx="3583067" cy="429816"/>
          </a:xfrm>
          <a:prstGeom prst="rect">
            <a:avLst/>
          </a:prstGeom>
          <a:noFill/>
          <a:ln/>
        </p:spPr>
        <p:txBody>
          <a:bodyPr wrap="none" lIns="0" tIns="0" rIns="0" bIns="0" rtlCol="0" anchor="t"/>
          <a:lstStyle/>
          <a:p>
            <a:pPr marL="0" indent="0" algn="l">
              <a:lnSpc>
                <a:spcPts val="3350"/>
              </a:lnSpc>
              <a:buNone/>
            </a:pPr>
            <a:r>
              <a:rPr lang="en-US" sz="2800">
                <a:solidFill>
                  <a:srgbClr val="B5B5B5"/>
                </a:solidFill>
                <a:latin typeface="Inter Tight Medium" pitchFamily="34" charset="0"/>
                <a:ea typeface="Inter Tight Medium" pitchFamily="34" charset="-122"/>
                <a:cs typeface="Inter Tight Medium" pitchFamily="34" charset="-120"/>
              </a:rPr>
              <a:t>Model Development</a:t>
            </a:r>
            <a:endParaRPr lang="en-US" sz="2800"/>
          </a:p>
        </p:txBody>
      </p:sp>
      <p:sp>
        <p:nvSpPr>
          <p:cNvPr id="13" name="Text 9"/>
          <p:cNvSpPr/>
          <p:nvPr/>
        </p:nvSpPr>
        <p:spPr>
          <a:xfrm>
            <a:off x="7647503" y="4163497"/>
            <a:ext cx="6031468" cy="495062"/>
          </a:xfrm>
          <a:prstGeom prst="rect">
            <a:avLst/>
          </a:prstGeom>
          <a:noFill/>
          <a:ln/>
        </p:spPr>
        <p:txBody>
          <a:bodyPr wrap="square" lIns="0" tIns="0" rIns="0" bIns="0" rtlCol="0" anchor="t"/>
          <a:lstStyle/>
          <a:p>
            <a:pPr marL="0" indent="0" algn="l">
              <a:lnSpc>
                <a:spcPts val="1950"/>
              </a:lnSpc>
              <a:buNone/>
            </a:pPr>
            <a:r>
              <a:rPr lang="en-US" sz="1600">
                <a:solidFill>
                  <a:srgbClr val="B5B5B5"/>
                </a:solidFill>
                <a:latin typeface="Inter Tight" pitchFamily="34" charset="0"/>
                <a:ea typeface="Inter Tight" pitchFamily="34" charset="-122"/>
                <a:cs typeface="Inter Tight" pitchFamily="34" charset="-120"/>
              </a:rPr>
              <a:t>Design, train, and validate ML models using Random Forest, SVM, and Decision Trees.</a:t>
            </a:r>
            <a:endParaRPr lang="en-US" sz="1600"/>
          </a:p>
        </p:txBody>
      </p:sp>
      <p:sp>
        <p:nvSpPr>
          <p:cNvPr id="14" name="Shape 10"/>
          <p:cNvSpPr/>
          <p:nvPr/>
        </p:nvSpPr>
        <p:spPr>
          <a:xfrm>
            <a:off x="722233" y="5094089"/>
            <a:ext cx="6489740" cy="2126218"/>
          </a:xfrm>
          <a:prstGeom prst="roundRect">
            <a:avLst>
              <a:gd name="adj" fmla="val 8736"/>
            </a:avLst>
          </a:prstGeom>
          <a:solidFill>
            <a:srgbClr val="000000">
              <a:alpha val="95000"/>
            </a:srgbClr>
          </a:solidFill>
          <a:ln w="22860">
            <a:solidFill>
              <a:srgbClr val="383838"/>
            </a:solidFill>
            <a:prstDash val="solid"/>
          </a:ln>
        </p:spPr>
        <p:txBody>
          <a:bodyPr/>
          <a:lstStyle/>
          <a:p>
            <a:endParaRPr lang="en-US"/>
          </a:p>
        </p:txBody>
      </p:sp>
      <p:sp>
        <p:nvSpPr>
          <p:cNvPr id="15" name="Shape 11"/>
          <p:cNvSpPr/>
          <p:nvPr/>
        </p:nvSpPr>
        <p:spPr>
          <a:xfrm>
            <a:off x="745093" y="5116949"/>
            <a:ext cx="6444020" cy="619125"/>
          </a:xfrm>
          <a:prstGeom prst="roundRect">
            <a:avLst>
              <a:gd name="adj" fmla="val 25571"/>
            </a:avLst>
          </a:prstGeom>
          <a:solidFill>
            <a:srgbClr val="1F1F1F"/>
          </a:solidFill>
          <a:ln/>
        </p:spPr>
        <p:txBody>
          <a:bodyPr/>
          <a:lstStyle/>
          <a:p>
            <a:endParaRPr lang="en-US"/>
          </a:p>
        </p:txBody>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3812262" y="5267920"/>
            <a:ext cx="309562" cy="309563"/>
          </a:xfrm>
          <a:prstGeom prst="rect">
            <a:avLst/>
          </a:prstGeom>
        </p:spPr>
      </p:pic>
      <p:sp>
        <p:nvSpPr>
          <p:cNvPr id="17" name="Text 12"/>
          <p:cNvSpPr/>
          <p:nvPr/>
        </p:nvSpPr>
        <p:spPr>
          <a:xfrm>
            <a:off x="951428" y="5942409"/>
            <a:ext cx="3753207" cy="429816"/>
          </a:xfrm>
          <a:prstGeom prst="rect">
            <a:avLst/>
          </a:prstGeom>
          <a:noFill/>
          <a:ln/>
        </p:spPr>
        <p:txBody>
          <a:bodyPr wrap="none" lIns="0" tIns="0" rIns="0" bIns="0" rtlCol="0" anchor="t"/>
          <a:lstStyle/>
          <a:p>
            <a:pPr marL="0" indent="0" algn="l">
              <a:lnSpc>
                <a:spcPts val="3350"/>
              </a:lnSpc>
              <a:buNone/>
            </a:pPr>
            <a:r>
              <a:rPr lang="en-US" sz="2800">
                <a:solidFill>
                  <a:srgbClr val="B5B5B5"/>
                </a:solidFill>
                <a:latin typeface="Inter Tight Medium" pitchFamily="34" charset="0"/>
                <a:ea typeface="Inter Tight Medium" pitchFamily="34" charset="-122"/>
                <a:cs typeface="Inter Tight Medium" pitchFamily="34" charset="-120"/>
              </a:rPr>
              <a:t>Performance Evaluation</a:t>
            </a:r>
            <a:endParaRPr lang="en-US" sz="2800"/>
          </a:p>
        </p:txBody>
      </p:sp>
      <p:sp>
        <p:nvSpPr>
          <p:cNvPr id="18" name="Text 13"/>
          <p:cNvSpPr/>
          <p:nvPr/>
        </p:nvSpPr>
        <p:spPr>
          <a:xfrm>
            <a:off x="951428" y="6496050"/>
            <a:ext cx="6031349" cy="495062"/>
          </a:xfrm>
          <a:prstGeom prst="rect">
            <a:avLst/>
          </a:prstGeom>
          <a:noFill/>
          <a:ln/>
        </p:spPr>
        <p:txBody>
          <a:bodyPr wrap="square" lIns="0" tIns="0" rIns="0" bIns="0" rtlCol="0" anchor="t"/>
          <a:lstStyle/>
          <a:p>
            <a:pPr marL="0" indent="0" algn="l">
              <a:lnSpc>
                <a:spcPts val="1950"/>
              </a:lnSpc>
              <a:buNone/>
            </a:pPr>
            <a:r>
              <a:rPr lang="en-US" sz="1600">
                <a:solidFill>
                  <a:srgbClr val="B5B5B5"/>
                </a:solidFill>
                <a:latin typeface="Inter Tight" pitchFamily="34" charset="0"/>
                <a:ea typeface="Inter Tight" pitchFamily="34" charset="-122"/>
                <a:cs typeface="Inter Tight" pitchFamily="34" charset="-120"/>
              </a:rPr>
              <a:t>Measure accuracy, precision, recall, and F1-score to ensure reliable and robust predictions.</a:t>
            </a:r>
            <a:endParaRPr lang="en-US" sz="1600"/>
          </a:p>
        </p:txBody>
      </p:sp>
      <p:sp>
        <p:nvSpPr>
          <p:cNvPr id="19" name="Shape 14"/>
          <p:cNvSpPr/>
          <p:nvPr/>
        </p:nvSpPr>
        <p:spPr>
          <a:xfrm>
            <a:off x="7418308" y="5094089"/>
            <a:ext cx="6489859" cy="2126218"/>
          </a:xfrm>
          <a:prstGeom prst="roundRect">
            <a:avLst>
              <a:gd name="adj" fmla="val 8736"/>
            </a:avLst>
          </a:prstGeom>
          <a:solidFill>
            <a:srgbClr val="000000">
              <a:alpha val="95000"/>
            </a:srgbClr>
          </a:solidFill>
          <a:ln w="22860">
            <a:solidFill>
              <a:srgbClr val="383838"/>
            </a:solidFill>
            <a:prstDash val="solid"/>
          </a:ln>
        </p:spPr>
        <p:txBody>
          <a:bodyPr/>
          <a:lstStyle/>
          <a:p>
            <a:endParaRPr lang="en-US"/>
          </a:p>
        </p:txBody>
      </p:sp>
      <p:sp>
        <p:nvSpPr>
          <p:cNvPr id="20" name="Shape 15"/>
          <p:cNvSpPr/>
          <p:nvPr/>
        </p:nvSpPr>
        <p:spPr>
          <a:xfrm>
            <a:off x="7441168" y="5116949"/>
            <a:ext cx="6444139" cy="619125"/>
          </a:xfrm>
          <a:prstGeom prst="roundRect">
            <a:avLst>
              <a:gd name="adj" fmla="val 25571"/>
            </a:avLst>
          </a:prstGeom>
          <a:solidFill>
            <a:srgbClr val="1F1F1F"/>
          </a:solidFill>
          <a:ln/>
        </p:spPr>
        <p:txBody>
          <a:bodyPr/>
          <a:lstStyle/>
          <a:p>
            <a:endParaRPr lang="en-US"/>
          </a:p>
        </p:txBody>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10508456" y="5267920"/>
            <a:ext cx="309562" cy="309563"/>
          </a:xfrm>
          <a:prstGeom prst="rect">
            <a:avLst/>
          </a:prstGeom>
        </p:spPr>
      </p:pic>
      <p:sp>
        <p:nvSpPr>
          <p:cNvPr id="22" name="Text 16"/>
          <p:cNvSpPr/>
          <p:nvPr/>
        </p:nvSpPr>
        <p:spPr>
          <a:xfrm>
            <a:off x="7647503" y="5942409"/>
            <a:ext cx="4277082" cy="429816"/>
          </a:xfrm>
          <a:prstGeom prst="rect">
            <a:avLst/>
          </a:prstGeom>
          <a:noFill/>
          <a:ln/>
        </p:spPr>
        <p:txBody>
          <a:bodyPr wrap="none" lIns="0" tIns="0" rIns="0" bIns="0" rtlCol="0" anchor="t"/>
          <a:lstStyle/>
          <a:p>
            <a:pPr marL="0" indent="0" algn="l">
              <a:lnSpc>
                <a:spcPts val="3350"/>
              </a:lnSpc>
              <a:buNone/>
            </a:pPr>
            <a:r>
              <a:rPr lang="en-US" sz="2800">
                <a:solidFill>
                  <a:srgbClr val="B5B5B5"/>
                </a:solidFill>
                <a:latin typeface="Inter Tight Medium" pitchFamily="34" charset="0"/>
                <a:ea typeface="Inter Tight Medium" pitchFamily="34" charset="-122"/>
                <a:cs typeface="Inter Tight Medium" pitchFamily="34" charset="-120"/>
              </a:rPr>
              <a:t>Deployment &amp; Visualization</a:t>
            </a:r>
            <a:endParaRPr lang="en-US" sz="2800"/>
          </a:p>
        </p:txBody>
      </p:sp>
      <p:sp>
        <p:nvSpPr>
          <p:cNvPr id="23" name="Text 17"/>
          <p:cNvSpPr/>
          <p:nvPr/>
        </p:nvSpPr>
        <p:spPr>
          <a:xfrm>
            <a:off x="7647503" y="6496050"/>
            <a:ext cx="6031468" cy="495062"/>
          </a:xfrm>
          <a:prstGeom prst="rect">
            <a:avLst/>
          </a:prstGeom>
          <a:noFill/>
          <a:ln/>
        </p:spPr>
        <p:txBody>
          <a:bodyPr wrap="square" lIns="0" tIns="0" rIns="0" bIns="0" rtlCol="0" anchor="t"/>
          <a:lstStyle/>
          <a:p>
            <a:pPr marL="0" indent="0" algn="l">
              <a:lnSpc>
                <a:spcPts val="1950"/>
              </a:lnSpc>
              <a:buNone/>
            </a:pPr>
            <a:r>
              <a:rPr lang="en-US" sz="1600">
                <a:solidFill>
                  <a:srgbClr val="B5B5B5"/>
                </a:solidFill>
                <a:latin typeface="Inter Tight" pitchFamily="34" charset="0"/>
                <a:ea typeface="Inter Tight" pitchFamily="34" charset="-122"/>
                <a:cs typeface="Inter Tight" pitchFamily="34" charset="-120"/>
              </a:rPr>
              <a:t>Deploy the model and build an interactive dashboard to present insights and predictions clearly.</a:t>
            </a:r>
            <a:endParaRPr lang="en-US" sz="1600"/>
          </a:p>
        </p:txBody>
      </p:sp>
      <mc:AlternateContent xmlns:mc="http://schemas.openxmlformats.org/markup-compatibility/2006" xmlns:p14="http://schemas.microsoft.com/office/powerpoint/2010/main">
        <mc:Choice Requires="p14">
          <p:contentPart p14:bwMode="auto" r:id="rId7">
            <p14:nvContentPartPr>
              <p14:cNvPr id="24" name="Ink 23">
                <a:extLst>
                  <a:ext uri="{FF2B5EF4-FFF2-40B4-BE49-F238E27FC236}">
                    <a16:creationId xmlns:a16="http://schemas.microsoft.com/office/drawing/2014/main" id="{F23A3F57-9944-5C50-2F29-DF169765E8D4}"/>
                  </a:ext>
                </a:extLst>
              </p14:cNvPr>
              <p14:cNvContentPartPr/>
              <p14:nvPr/>
            </p14:nvContentPartPr>
            <p14:xfrm>
              <a:off x="12837760" y="7782544"/>
              <a:ext cx="1632960" cy="270720"/>
            </p14:xfrm>
          </p:contentPart>
        </mc:Choice>
        <mc:Fallback xmlns="">
          <p:pic>
            <p:nvPicPr>
              <p:cNvPr id="24" name="Ink 23">
                <a:extLst>
                  <a:ext uri="{FF2B5EF4-FFF2-40B4-BE49-F238E27FC236}">
                    <a16:creationId xmlns:a16="http://schemas.microsoft.com/office/drawing/2014/main" id="{F23A3F57-9944-5C50-2F29-DF169765E8D4}"/>
                  </a:ext>
                </a:extLst>
              </p:cNvPr>
              <p:cNvPicPr/>
              <p:nvPr/>
            </p:nvPicPr>
            <p:blipFill>
              <a:blip r:embed="rId8"/>
              <a:stretch>
                <a:fillRect/>
              </a:stretch>
            </p:blipFill>
            <p:spPr>
              <a:xfrm>
                <a:off x="12783760" y="7674400"/>
                <a:ext cx="1740600" cy="486647"/>
              </a:xfrm>
              <a:prstGeom prst="rect">
                <a:avLst/>
              </a:prstGeom>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11041" y="610719"/>
            <a:ext cx="12697420" cy="1523762"/>
          </a:xfrm>
          <a:prstGeom prst="rect">
            <a:avLst/>
          </a:prstGeom>
          <a:noFill/>
          <a:ln/>
        </p:spPr>
        <p:txBody>
          <a:bodyPr wrap="none" lIns="0" tIns="0" rIns="0" bIns="0" rtlCol="0" anchor="t"/>
          <a:lstStyle/>
          <a:p>
            <a:pPr marL="0" indent="0" algn="l">
              <a:lnSpc>
                <a:spcPts val="11950"/>
              </a:lnSpc>
              <a:buNone/>
            </a:pPr>
            <a:r>
              <a:rPr lang="en-US" sz="6400">
                <a:solidFill>
                  <a:srgbClr val="FFFFFF"/>
                </a:solidFill>
                <a:latin typeface="Inter Tight Medium"/>
                <a:ea typeface="Inter Tight Medium"/>
                <a:cs typeface="Inter Tight Medium"/>
              </a:rPr>
              <a:t>Project Pipeline:</a:t>
            </a:r>
            <a:endParaRPr lang="en-US" sz="6400">
              <a:latin typeface="Inter Tight Medium"/>
              <a:ea typeface="Inter Tight Medium"/>
              <a:cs typeface="Inter Tight Medium"/>
            </a:endParaRPr>
          </a:p>
        </p:txBody>
      </p:sp>
      <p:sp>
        <p:nvSpPr>
          <p:cNvPr id="3" name="Shape 1"/>
          <p:cNvSpPr/>
          <p:nvPr/>
        </p:nvSpPr>
        <p:spPr>
          <a:xfrm>
            <a:off x="711041" y="3781932"/>
            <a:ext cx="13208318" cy="22860"/>
          </a:xfrm>
          <a:prstGeom prst="roundRect">
            <a:avLst>
              <a:gd name="adj" fmla="val 719860"/>
            </a:avLst>
          </a:prstGeom>
          <a:solidFill>
            <a:srgbClr val="383838"/>
          </a:solidFill>
          <a:ln/>
        </p:spPr>
        <p:txBody>
          <a:bodyPr/>
          <a:lstStyle/>
          <a:p>
            <a:endParaRPr lang="en-US"/>
          </a:p>
        </p:txBody>
      </p:sp>
      <p:sp>
        <p:nvSpPr>
          <p:cNvPr id="4" name="Shape 2"/>
          <p:cNvSpPr/>
          <p:nvPr/>
        </p:nvSpPr>
        <p:spPr>
          <a:xfrm>
            <a:off x="2833330" y="3233470"/>
            <a:ext cx="22860" cy="548521"/>
          </a:xfrm>
          <a:prstGeom prst="roundRect">
            <a:avLst>
              <a:gd name="adj" fmla="val 719860"/>
            </a:avLst>
          </a:prstGeom>
          <a:solidFill>
            <a:srgbClr val="383838"/>
          </a:solidFill>
          <a:ln/>
        </p:spPr>
        <p:txBody>
          <a:bodyPr/>
          <a:lstStyle/>
          <a:p>
            <a:endParaRPr lang="en-US"/>
          </a:p>
        </p:txBody>
      </p:sp>
      <p:sp>
        <p:nvSpPr>
          <p:cNvPr id="5" name="Shape 3"/>
          <p:cNvSpPr/>
          <p:nvPr/>
        </p:nvSpPr>
        <p:spPr>
          <a:xfrm>
            <a:off x="2639139" y="3576251"/>
            <a:ext cx="411361" cy="411361"/>
          </a:xfrm>
          <a:prstGeom prst="roundRect">
            <a:avLst>
              <a:gd name="adj" fmla="val 40004"/>
            </a:avLst>
          </a:prstGeom>
          <a:solidFill>
            <a:srgbClr val="1F1F1F"/>
          </a:solidFill>
          <a:ln w="7620">
            <a:solidFill>
              <a:srgbClr val="383838"/>
            </a:solidFill>
            <a:prstDash val="solid"/>
          </a:ln>
        </p:spPr>
        <p:txBody>
          <a:bodyPr/>
          <a:lstStyle/>
          <a:p>
            <a:endParaRPr lang="en-US"/>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654320" y="3591432"/>
            <a:ext cx="380881" cy="380881"/>
          </a:xfrm>
          <a:prstGeom prst="rect">
            <a:avLst/>
          </a:prstGeom>
        </p:spPr>
      </p:pic>
      <p:sp>
        <p:nvSpPr>
          <p:cNvPr id="7" name="Text 4"/>
          <p:cNvSpPr/>
          <p:nvPr/>
        </p:nvSpPr>
        <p:spPr>
          <a:xfrm>
            <a:off x="1257776" y="2365683"/>
            <a:ext cx="3174325" cy="380881"/>
          </a:xfrm>
          <a:prstGeom prst="rect">
            <a:avLst/>
          </a:prstGeom>
          <a:noFill/>
          <a:ln/>
        </p:spPr>
        <p:txBody>
          <a:bodyPr wrap="none" lIns="0" tIns="0" rIns="0" bIns="0" rtlCol="0" anchor="t"/>
          <a:lstStyle/>
          <a:p>
            <a:pPr marL="0" indent="0" algn="ctr">
              <a:lnSpc>
                <a:spcPts val="2950"/>
              </a:lnSpc>
              <a:buNone/>
            </a:pPr>
            <a:r>
              <a:rPr lang="en-US" sz="2450">
                <a:solidFill>
                  <a:srgbClr val="B5B5B5"/>
                </a:solidFill>
                <a:latin typeface="Inter Tight Medium" pitchFamily="34" charset="0"/>
                <a:ea typeface="Inter Tight Medium" pitchFamily="34" charset="-122"/>
                <a:cs typeface="Inter Tight Medium" pitchFamily="34" charset="-120"/>
              </a:rPr>
              <a:t>Data Collection</a:t>
            </a:r>
            <a:endParaRPr lang="en-US" sz="2450"/>
          </a:p>
        </p:txBody>
      </p:sp>
      <p:sp>
        <p:nvSpPr>
          <p:cNvPr id="8" name="Text 5"/>
          <p:cNvSpPr/>
          <p:nvPr/>
        </p:nvSpPr>
        <p:spPr>
          <a:xfrm>
            <a:off x="893802" y="2843719"/>
            <a:ext cx="3902273" cy="206931"/>
          </a:xfrm>
          <a:prstGeom prst="rect">
            <a:avLst/>
          </a:prstGeom>
          <a:noFill/>
          <a:ln/>
        </p:spPr>
        <p:txBody>
          <a:bodyPr wrap="none" lIns="0" tIns="0" rIns="0" bIns="0" rtlCol="0" anchor="t"/>
          <a:lstStyle/>
          <a:p>
            <a:pPr marL="0" indent="0" algn="ctr">
              <a:lnSpc>
                <a:spcPts val="1600"/>
              </a:lnSpc>
              <a:buNone/>
            </a:pPr>
            <a:r>
              <a:rPr lang="en-US" sz="1400">
                <a:solidFill>
                  <a:srgbClr val="B5B5B5"/>
                </a:solidFill>
                <a:latin typeface="Inter Tight" pitchFamily="34" charset="0"/>
                <a:ea typeface="Inter Tight" pitchFamily="34" charset="-122"/>
                <a:cs typeface="Inter Tight" pitchFamily="34" charset="-120"/>
              </a:rPr>
              <a:t>Sourcing structured &amp; unstructured datasets</a:t>
            </a:r>
            <a:endParaRPr lang="en-US" sz="1400"/>
          </a:p>
        </p:txBody>
      </p:sp>
      <p:sp>
        <p:nvSpPr>
          <p:cNvPr id="9" name="Shape 6"/>
          <p:cNvSpPr/>
          <p:nvPr/>
        </p:nvSpPr>
        <p:spPr>
          <a:xfrm>
            <a:off x="5068372" y="3781872"/>
            <a:ext cx="22860" cy="548521"/>
          </a:xfrm>
          <a:prstGeom prst="roundRect">
            <a:avLst>
              <a:gd name="adj" fmla="val 719860"/>
            </a:avLst>
          </a:prstGeom>
          <a:solidFill>
            <a:srgbClr val="383838"/>
          </a:solidFill>
          <a:ln/>
        </p:spPr>
        <p:txBody>
          <a:bodyPr/>
          <a:lstStyle/>
          <a:p>
            <a:endParaRPr lang="en-US"/>
          </a:p>
        </p:txBody>
      </p:sp>
      <p:sp>
        <p:nvSpPr>
          <p:cNvPr id="10" name="Shape 7"/>
          <p:cNvSpPr/>
          <p:nvPr/>
        </p:nvSpPr>
        <p:spPr>
          <a:xfrm>
            <a:off x="4874181" y="3576251"/>
            <a:ext cx="411361" cy="411361"/>
          </a:xfrm>
          <a:prstGeom prst="roundRect">
            <a:avLst>
              <a:gd name="adj" fmla="val 40004"/>
            </a:avLst>
          </a:prstGeom>
          <a:solidFill>
            <a:srgbClr val="1F1F1F"/>
          </a:solidFill>
          <a:ln w="7620">
            <a:solidFill>
              <a:srgbClr val="383838"/>
            </a:solidFill>
            <a:prstDash val="solid"/>
          </a:ln>
        </p:spPr>
        <p:txBody>
          <a:bodyPr/>
          <a:lstStyle/>
          <a:p>
            <a:endParaRPr lang="en-US"/>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4889361" y="3591432"/>
            <a:ext cx="380881" cy="380881"/>
          </a:xfrm>
          <a:prstGeom prst="rect">
            <a:avLst/>
          </a:prstGeom>
        </p:spPr>
      </p:pic>
      <p:sp>
        <p:nvSpPr>
          <p:cNvPr id="12" name="Text 8"/>
          <p:cNvSpPr/>
          <p:nvPr/>
        </p:nvSpPr>
        <p:spPr>
          <a:xfrm>
            <a:off x="3492818" y="4513214"/>
            <a:ext cx="3174325" cy="380881"/>
          </a:xfrm>
          <a:prstGeom prst="rect">
            <a:avLst/>
          </a:prstGeom>
          <a:noFill/>
          <a:ln/>
        </p:spPr>
        <p:txBody>
          <a:bodyPr wrap="none" lIns="0" tIns="0" rIns="0" bIns="0" rtlCol="0" anchor="t"/>
          <a:lstStyle/>
          <a:p>
            <a:pPr marL="0" indent="0" algn="ctr">
              <a:lnSpc>
                <a:spcPts val="2950"/>
              </a:lnSpc>
              <a:buNone/>
            </a:pPr>
            <a:r>
              <a:rPr lang="en-US" sz="2450">
                <a:solidFill>
                  <a:srgbClr val="B5B5B5"/>
                </a:solidFill>
                <a:latin typeface="Inter Tight Medium" pitchFamily="34" charset="0"/>
                <a:ea typeface="Inter Tight Medium" pitchFamily="34" charset="-122"/>
                <a:cs typeface="Inter Tight Medium" pitchFamily="34" charset="-120"/>
              </a:rPr>
              <a:t>Preprocessing</a:t>
            </a:r>
            <a:endParaRPr lang="en-US" sz="2450"/>
          </a:p>
        </p:txBody>
      </p:sp>
      <p:sp>
        <p:nvSpPr>
          <p:cNvPr id="13" name="Text 9"/>
          <p:cNvSpPr/>
          <p:nvPr/>
        </p:nvSpPr>
        <p:spPr>
          <a:xfrm>
            <a:off x="3128843" y="4991250"/>
            <a:ext cx="3902273" cy="206931"/>
          </a:xfrm>
          <a:prstGeom prst="rect">
            <a:avLst/>
          </a:prstGeom>
          <a:noFill/>
          <a:ln/>
        </p:spPr>
        <p:txBody>
          <a:bodyPr wrap="none" lIns="0" tIns="0" rIns="0" bIns="0" rtlCol="0" anchor="t"/>
          <a:lstStyle/>
          <a:p>
            <a:pPr marL="0" indent="0" algn="ctr">
              <a:lnSpc>
                <a:spcPts val="1600"/>
              </a:lnSpc>
              <a:buNone/>
            </a:pPr>
            <a:r>
              <a:rPr lang="en-US" sz="1400">
                <a:solidFill>
                  <a:srgbClr val="B5B5B5"/>
                </a:solidFill>
                <a:latin typeface="Inter Tight" pitchFamily="34" charset="0"/>
                <a:ea typeface="Inter Tight" pitchFamily="34" charset="-122"/>
                <a:cs typeface="Inter Tight" pitchFamily="34" charset="-120"/>
              </a:rPr>
              <a:t>Cleaning, normalizing, encoding features</a:t>
            </a:r>
            <a:endParaRPr lang="en-US" sz="1400"/>
          </a:p>
        </p:txBody>
      </p:sp>
      <p:sp>
        <p:nvSpPr>
          <p:cNvPr id="14" name="Shape 10"/>
          <p:cNvSpPr/>
          <p:nvPr/>
        </p:nvSpPr>
        <p:spPr>
          <a:xfrm>
            <a:off x="7303532" y="3233470"/>
            <a:ext cx="22860" cy="548521"/>
          </a:xfrm>
          <a:prstGeom prst="roundRect">
            <a:avLst>
              <a:gd name="adj" fmla="val 719860"/>
            </a:avLst>
          </a:prstGeom>
          <a:solidFill>
            <a:srgbClr val="383838"/>
          </a:solidFill>
          <a:ln/>
        </p:spPr>
        <p:txBody>
          <a:bodyPr/>
          <a:lstStyle/>
          <a:p>
            <a:endParaRPr lang="en-US"/>
          </a:p>
        </p:txBody>
      </p:sp>
      <p:sp>
        <p:nvSpPr>
          <p:cNvPr id="15" name="Shape 11"/>
          <p:cNvSpPr/>
          <p:nvPr/>
        </p:nvSpPr>
        <p:spPr>
          <a:xfrm>
            <a:off x="7109341" y="3576251"/>
            <a:ext cx="411361" cy="411361"/>
          </a:xfrm>
          <a:prstGeom prst="roundRect">
            <a:avLst>
              <a:gd name="adj" fmla="val 40004"/>
            </a:avLst>
          </a:prstGeom>
          <a:solidFill>
            <a:srgbClr val="1F1F1F"/>
          </a:solidFill>
          <a:ln w="7620">
            <a:solidFill>
              <a:srgbClr val="383838"/>
            </a:solidFill>
            <a:prstDash val="solid"/>
          </a:ln>
        </p:spPr>
        <p:txBody>
          <a:bodyPr/>
          <a:lstStyle/>
          <a:p>
            <a:endParaRPr lang="en-US"/>
          </a:p>
        </p:txBody>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7124521" y="3591432"/>
            <a:ext cx="380881" cy="380881"/>
          </a:xfrm>
          <a:prstGeom prst="rect">
            <a:avLst/>
          </a:prstGeom>
        </p:spPr>
      </p:pic>
      <p:sp>
        <p:nvSpPr>
          <p:cNvPr id="17" name="Text 12"/>
          <p:cNvSpPr/>
          <p:nvPr/>
        </p:nvSpPr>
        <p:spPr>
          <a:xfrm>
            <a:off x="5727978" y="2365683"/>
            <a:ext cx="3174325" cy="380881"/>
          </a:xfrm>
          <a:prstGeom prst="rect">
            <a:avLst/>
          </a:prstGeom>
          <a:noFill/>
          <a:ln/>
        </p:spPr>
        <p:txBody>
          <a:bodyPr wrap="none" lIns="0" tIns="0" rIns="0" bIns="0" rtlCol="0" anchor="t"/>
          <a:lstStyle/>
          <a:p>
            <a:pPr marL="0" indent="0" algn="ctr">
              <a:lnSpc>
                <a:spcPts val="2950"/>
              </a:lnSpc>
              <a:buNone/>
            </a:pPr>
            <a:r>
              <a:rPr lang="en-US" sz="2450">
                <a:solidFill>
                  <a:srgbClr val="B5B5B5"/>
                </a:solidFill>
                <a:latin typeface="Inter Tight Medium" pitchFamily="34" charset="0"/>
                <a:ea typeface="Inter Tight Medium" pitchFamily="34" charset="-122"/>
                <a:cs typeface="Inter Tight Medium" pitchFamily="34" charset="-120"/>
              </a:rPr>
              <a:t>Feature Selection</a:t>
            </a:r>
            <a:endParaRPr lang="en-US" sz="2450"/>
          </a:p>
        </p:txBody>
      </p:sp>
      <p:sp>
        <p:nvSpPr>
          <p:cNvPr id="18" name="Text 13"/>
          <p:cNvSpPr/>
          <p:nvPr/>
        </p:nvSpPr>
        <p:spPr>
          <a:xfrm>
            <a:off x="5364004" y="2843719"/>
            <a:ext cx="3902273" cy="206931"/>
          </a:xfrm>
          <a:prstGeom prst="rect">
            <a:avLst/>
          </a:prstGeom>
          <a:noFill/>
          <a:ln/>
        </p:spPr>
        <p:txBody>
          <a:bodyPr wrap="none" lIns="0" tIns="0" rIns="0" bIns="0" rtlCol="0" anchor="t"/>
          <a:lstStyle/>
          <a:p>
            <a:pPr marL="0" indent="0" algn="ctr">
              <a:lnSpc>
                <a:spcPts val="1600"/>
              </a:lnSpc>
              <a:buNone/>
            </a:pPr>
            <a:r>
              <a:rPr lang="en-US" sz="1400">
                <a:solidFill>
                  <a:srgbClr val="B5B5B5"/>
                </a:solidFill>
                <a:latin typeface="Inter Tight" pitchFamily="34" charset="0"/>
                <a:ea typeface="Inter Tight" pitchFamily="34" charset="-122"/>
                <a:cs typeface="Inter Tight" pitchFamily="34" charset="-120"/>
              </a:rPr>
              <a:t>Identifying most relevant predictive variables</a:t>
            </a:r>
            <a:endParaRPr lang="en-US" sz="1400"/>
          </a:p>
        </p:txBody>
      </p:sp>
      <p:sp>
        <p:nvSpPr>
          <p:cNvPr id="19" name="Shape 14"/>
          <p:cNvSpPr/>
          <p:nvPr/>
        </p:nvSpPr>
        <p:spPr>
          <a:xfrm>
            <a:off x="9538692" y="3781872"/>
            <a:ext cx="22860" cy="548521"/>
          </a:xfrm>
          <a:prstGeom prst="roundRect">
            <a:avLst>
              <a:gd name="adj" fmla="val 719860"/>
            </a:avLst>
          </a:prstGeom>
          <a:solidFill>
            <a:srgbClr val="383838"/>
          </a:solidFill>
          <a:ln/>
        </p:spPr>
        <p:txBody>
          <a:bodyPr/>
          <a:lstStyle/>
          <a:p>
            <a:endParaRPr lang="en-US"/>
          </a:p>
        </p:txBody>
      </p:sp>
      <p:sp>
        <p:nvSpPr>
          <p:cNvPr id="20" name="Shape 15"/>
          <p:cNvSpPr/>
          <p:nvPr/>
        </p:nvSpPr>
        <p:spPr>
          <a:xfrm>
            <a:off x="9344501" y="3576251"/>
            <a:ext cx="411361" cy="411361"/>
          </a:xfrm>
          <a:prstGeom prst="roundRect">
            <a:avLst>
              <a:gd name="adj" fmla="val 40004"/>
            </a:avLst>
          </a:prstGeom>
          <a:solidFill>
            <a:srgbClr val="1F1F1F"/>
          </a:solidFill>
          <a:ln w="7620">
            <a:solidFill>
              <a:srgbClr val="383838"/>
            </a:solidFill>
            <a:prstDash val="solid"/>
          </a:ln>
        </p:spPr>
        <p:txBody>
          <a:bodyPr/>
          <a:lstStyle/>
          <a:p>
            <a:endParaRPr lang="en-US"/>
          </a:p>
        </p:txBody>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9359682" y="3591432"/>
            <a:ext cx="380881" cy="380881"/>
          </a:xfrm>
          <a:prstGeom prst="rect">
            <a:avLst/>
          </a:prstGeom>
        </p:spPr>
      </p:pic>
      <p:sp>
        <p:nvSpPr>
          <p:cNvPr id="22" name="Text 16"/>
          <p:cNvSpPr/>
          <p:nvPr/>
        </p:nvSpPr>
        <p:spPr>
          <a:xfrm>
            <a:off x="7963019" y="4513214"/>
            <a:ext cx="3174325" cy="380881"/>
          </a:xfrm>
          <a:prstGeom prst="rect">
            <a:avLst/>
          </a:prstGeom>
          <a:noFill/>
          <a:ln/>
        </p:spPr>
        <p:txBody>
          <a:bodyPr wrap="none" lIns="0" tIns="0" rIns="0" bIns="0" rtlCol="0" anchor="t"/>
          <a:lstStyle/>
          <a:p>
            <a:pPr marL="0" indent="0" algn="ctr">
              <a:lnSpc>
                <a:spcPts val="2950"/>
              </a:lnSpc>
              <a:buNone/>
            </a:pPr>
            <a:r>
              <a:rPr lang="en-US" sz="2450">
                <a:solidFill>
                  <a:srgbClr val="B5B5B5"/>
                </a:solidFill>
                <a:latin typeface="Inter Tight Medium" pitchFamily="34" charset="0"/>
                <a:ea typeface="Inter Tight Medium" pitchFamily="34" charset="-122"/>
                <a:cs typeface="Inter Tight Medium" pitchFamily="34" charset="-120"/>
              </a:rPr>
              <a:t>Model Training</a:t>
            </a:r>
            <a:endParaRPr lang="en-US" sz="2450"/>
          </a:p>
        </p:txBody>
      </p:sp>
      <p:sp>
        <p:nvSpPr>
          <p:cNvPr id="23" name="Text 17"/>
          <p:cNvSpPr/>
          <p:nvPr/>
        </p:nvSpPr>
        <p:spPr>
          <a:xfrm>
            <a:off x="7599045" y="4991250"/>
            <a:ext cx="3902393" cy="206931"/>
          </a:xfrm>
          <a:prstGeom prst="rect">
            <a:avLst/>
          </a:prstGeom>
          <a:noFill/>
          <a:ln/>
        </p:spPr>
        <p:txBody>
          <a:bodyPr wrap="none" lIns="0" tIns="0" rIns="0" bIns="0" rtlCol="0" anchor="t"/>
          <a:lstStyle/>
          <a:p>
            <a:pPr marL="0" indent="0" algn="ctr">
              <a:lnSpc>
                <a:spcPts val="1600"/>
              </a:lnSpc>
              <a:buNone/>
            </a:pPr>
            <a:r>
              <a:rPr lang="en-US" sz="1400">
                <a:solidFill>
                  <a:srgbClr val="B5B5B5"/>
                </a:solidFill>
                <a:latin typeface="Inter Tight" pitchFamily="34" charset="0"/>
                <a:ea typeface="Inter Tight" pitchFamily="34" charset="-122"/>
                <a:cs typeface="Inter Tight" pitchFamily="34" charset="-120"/>
              </a:rPr>
              <a:t>Algorithms</a:t>
            </a:r>
            <a:endParaRPr lang="en-US" sz="1400"/>
          </a:p>
        </p:txBody>
      </p:sp>
      <p:sp>
        <p:nvSpPr>
          <p:cNvPr id="24" name="Shape 18"/>
          <p:cNvSpPr/>
          <p:nvPr/>
        </p:nvSpPr>
        <p:spPr>
          <a:xfrm>
            <a:off x="11773733" y="3233470"/>
            <a:ext cx="22860" cy="548521"/>
          </a:xfrm>
          <a:prstGeom prst="roundRect">
            <a:avLst>
              <a:gd name="adj" fmla="val 719860"/>
            </a:avLst>
          </a:prstGeom>
          <a:solidFill>
            <a:srgbClr val="383838"/>
          </a:solidFill>
          <a:ln/>
        </p:spPr>
        <p:txBody>
          <a:bodyPr/>
          <a:lstStyle/>
          <a:p>
            <a:endParaRPr lang="en-US"/>
          </a:p>
        </p:txBody>
      </p:sp>
      <p:sp>
        <p:nvSpPr>
          <p:cNvPr id="25" name="Shape 19"/>
          <p:cNvSpPr/>
          <p:nvPr/>
        </p:nvSpPr>
        <p:spPr>
          <a:xfrm>
            <a:off x="11579543" y="3576251"/>
            <a:ext cx="411361" cy="411361"/>
          </a:xfrm>
          <a:prstGeom prst="roundRect">
            <a:avLst>
              <a:gd name="adj" fmla="val 40004"/>
            </a:avLst>
          </a:prstGeom>
          <a:solidFill>
            <a:srgbClr val="1F1F1F"/>
          </a:solidFill>
          <a:ln w="7620">
            <a:solidFill>
              <a:srgbClr val="383838"/>
            </a:solidFill>
            <a:prstDash val="solid"/>
          </a:ln>
        </p:spPr>
        <p:txBody>
          <a:bodyPr/>
          <a:lstStyle/>
          <a:p>
            <a:endParaRPr lang="en-US"/>
          </a:p>
        </p:txBody>
      </p:sp>
      <p:pic>
        <p:nvPicPr>
          <p:cNvPr id="2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1594723" y="3591432"/>
            <a:ext cx="380881" cy="380881"/>
          </a:xfrm>
          <a:prstGeom prst="rect">
            <a:avLst/>
          </a:prstGeom>
        </p:spPr>
      </p:pic>
      <p:sp>
        <p:nvSpPr>
          <p:cNvPr id="27" name="Text 20"/>
          <p:cNvSpPr/>
          <p:nvPr/>
        </p:nvSpPr>
        <p:spPr>
          <a:xfrm>
            <a:off x="10198179" y="2365683"/>
            <a:ext cx="3174325" cy="380881"/>
          </a:xfrm>
          <a:prstGeom prst="rect">
            <a:avLst/>
          </a:prstGeom>
          <a:noFill/>
          <a:ln/>
        </p:spPr>
        <p:txBody>
          <a:bodyPr wrap="none" lIns="0" tIns="0" rIns="0" bIns="0" rtlCol="0" anchor="t"/>
          <a:lstStyle/>
          <a:p>
            <a:pPr marL="0" indent="0" algn="ctr">
              <a:lnSpc>
                <a:spcPts val="2950"/>
              </a:lnSpc>
              <a:buNone/>
            </a:pPr>
            <a:r>
              <a:rPr lang="en-US" sz="2450">
                <a:solidFill>
                  <a:srgbClr val="B5B5B5"/>
                </a:solidFill>
                <a:latin typeface="Inter Tight Medium" pitchFamily="34" charset="0"/>
                <a:ea typeface="Inter Tight Medium" pitchFamily="34" charset="-122"/>
                <a:cs typeface="Inter Tight Medium" pitchFamily="34" charset="-120"/>
              </a:rPr>
              <a:t>Evaluation</a:t>
            </a:r>
            <a:endParaRPr lang="en-US" sz="2450"/>
          </a:p>
        </p:txBody>
      </p:sp>
      <p:sp>
        <p:nvSpPr>
          <p:cNvPr id="28" name="Text 21"/>
          <p:cNvSpPr/>
          <p:nvPr/>
        </p:nvSpPr>
        <p:spPr>
          <a:xfrm>
            <a:off x="9834205" y="2843719"/>
            <a:ext cx="3902273" cy="206931"/>
          </a:xfrm>
          <a:prstGeom prst="rect">
            <a:avLst/>
          </a:prstGeom>
          <a:noFill/>
          <a:ln/>
        </p:spPr>
        <p:txBody>
          <a:bodyPr wrap="none" lIns="0" tIns="0" rIns="0" bIns="0" rtlCol="0" anchor="t"/>
          <a:lstStyle/>
          <a:p>
            <a:pPr marL="0" indent="0" algn="ctr">
              <a:lnSpc>
                <a:spcPts val="1600"/>
              </a:lnSpc>
              <a:buNone/>
            </a:pPr>
            <a:r>
              <a:rPr lang="en-US" sz="1400">
                <a:solidFill>
                  <a:srgbClr val="B5B5B5"/>
                </a:solidFill>
                <a:latin typeface="Inter Tight" pitchFamily="34" charset="0"/>
                <a:ea typeface="Inter Tight" pitchFamily="34" charset="-122"/>
                <a:cs typeface="Inter Tight" pitchFamily="34" charset="-120"/>
              </a:rPr>
              <a:t>K-Fold CV, confusion matrix, metrics</a:t>
            </a:r>
            <a:endParaRPr lang="en-US" sz="1400"/>
          </a:p>
        </p:txBody>
      </p:sp>
      <p:sp>
        <p:nvSpPr>
          <p:cNvPr id="29" name="Shape 22"/>
          <p:cNvSpPr/>
          <p:nvPr/>
        </p:nvSpPr>
        <p:spPr>
          <a:xfrm>
            <a:off x="711041" y="5681782"/>
            <a:ext cx="4092562" cy="1731445"/>
          </a:xfrm>
          <a:prstGeom prst="roundRect">
            <a:avLst>
              <a:gd name="adj" fmla="val 10816"/>
            </a:avLst>
          </a:prstGeom>
          <a:solidFill>
            <a:srgbClr val="022349"/>
          </a:solidFill>
          <a:ln/>
        </p:spPr>
        <p:txBody>
          <a:bodyPr/>
          <a:lstStyle/>
          <a:p>
            <a:endParaRPr lang="en-US"/>
          </a:p>
        </p:txBody>
      </p:sp>
      <p:pic>
        <p:nvPicPr>
          <p:cNvPr id="30" name="Image 5" descr="preencoded.png"/>
          <p:cNvPicPr>
            <a:picLocks noChangeAspect="1"/>
          </p:cNvPicPr>
          <p:nvPr/>
        </p:nvPicPr>
        <p:blipFill>
          <a:blip r:embed="rId8"/>
          <a:stretch>
            <a:fillRect/>
          </a:stretch>
        </p:blipFill>
        <p:spPr>
          <a:xfrm>
            <a:off x="893802" y="5895023"/>
            <a:ext cx="285631" cy="228481"/>
          </a:xfrm>
          <a:prstGeom prst="rect">
            <a:avLst/>
          </a:prstGeom>
        </p:spPr>
      </p:pic>
      <p:sp>
        <p:nvSpPr>
          <p:cNvPr id="31" name="Text 23"/>
          <p:cNvSpPr/>
          <p:nvPr/>
        </p:nvSpPr>
        <p:spPr>
          <a:xfrm>
            <a:off x="1362194" y="5889308"/>
            <a:ext cx="3271004" cy="517208"/>
          </a:xfrm>
          <a:prstGeom prst="rect">
            <a:avLst/>
          </a:prstGeom>
          <a:noFill/>
          <a:ln/>
        </p:spPr>
        <p:txBody>
          <a:bodyPr wrap="square" lIns="0" tIns="0" rIns="0" bIns="0" rtlCol="0" anchor="t"/>
          <a:lstStyle/>
          <a:p>
            <a:pPr marL="0" indent="0" algn="l">
              <a:lnSpc>
                <a:spcPts val="2000"/>
              </a:lnSpc>
              <a:buNone/>
            </a:pPr>
            <a:r>
              <a:rPr lang="en-US" sz="1750" b="1">
                <a:solidFill>
                  <a:srgbClr val="FFFFFF"/>
                </a:solidFill>
                <a:latin typeface="Inter Tight" pitchFamily="34" charset="0"/>
                <a:ea typeface="Inter Tight" pitchFamily="34" charset="-122"/>
                <a:cs typeface="Inter Tight" pitchFamily="34" charset="-120"/>
              </a:rPr>
              <a:t>Algorithms Used</a:t>
            </a:r>
            <a:endParaRPr lang="en-US" sz="1750"/>
          </a:p>
        </p:txBody>
      </p:sp>
      <p:sp>
        <p:nvSpPr>
          <p:cNvPr id="32" name="Text 24"/>
          <p:cNvSpPr/>
          <p:nvPr/>
        </p:nvSpPr>
        <p:spPr>
          <a:xfrm>
            <a:off x="1069327" y="6249251"/>
            <a:ext cx="3811006" cy="766286"/>
          </a:xfrm>
          <a:prstGeom prst="rect">
            <a:avLst/>
          </a:prstGeom>
          <a:noFill/>
          <a:ln/>
        </p:spPr>
        <p:txBody>
          <a:bodyPr wrap="square" lIns="0" tIns="0" rIns="0" bIns="0" rtlCol="0" anchor="t"/>
          <a:lstStyle/>
          <a:p>
            <a:pPr marL="285750" indent="-285750" algn="l">
              <a:lnSpc>
                <a:spcPts val="1600"/>
              </a:lnSpc>
              <a:buFont typeface="Arial" panose="020B0604020202020204" pitchFamily="34" charset="0"/>
              <a:buChar char="•"/>
            </a:pPr>
            <a:r>
              <a:rPr lang="en-US" sz="1400" b="1">
                <a:solidFill>
                  <a:srgbClr val="FFFFFF"/>
                </a:solidFill>
                <a:latin typeface="Inter Tight" pitchFamily="34" charset="0"/>
                <a:ea typeface="Inter Tight" pitchFamily="34" charset="-122"/>
                <a:cs typeface="Inter Tight" pitchFamily="34" charset="-120"/>
              </a:rPr>
              <a:t>Binary Class Classification</a:t>
            </a:r>
            <a:r>
              <a:rPr lang="en-US" sz="1400">
                <a:solidFill>
                  <a:srgbClr val="FFFFFF"/>
                </a:solidFill>
                <a:latin typeface="Inter Tight" pitchFamily="34" charset="0"/>
                <a:ea typeface="Inter Tight" pitchFamily="34" charset="-122"/>
                <a:cs typeface="Inter Tight" pitchFamily="34" charset="-120"/>
              </a:rPr>
              <a:t>-Random Forest, SVM, ,Decision Trees</a:t>
            </a:r>
          </a:p>
          <a:p>
            <a:pPr marL="285750" indent="-285750" algn="l">
              <a:lnSpc>
                <a:spcPts val="1600"/>
              </a:lnSpc>
              <a:buFont typeface="Arial" panose="020B0604020202020204" pitchFamily="34" charset="0"/>
              <a:buChar char="•"/>
            </a:pPr>
            <a:r>
              <a:rPr lang="en-US" sz="1400" b="1">
                <a:solidFill>
                  <a:srgbClr val="FFFFFF"/>
                </a:solidFill>
                <a:latin typeface="Inter Tight" pitchFamily="34" charset="0"/>
                <a:ea typeface="Inter Tight" pitchFamily="34" charset="-122"/>
                <a:cs typeface="Inter Tight" pitchFamily="34" charset="-120"/>
              </a:rPr>
              <a:t>Multi Class Classification </a:t>
            </a:r>
            <a:r>
              <a:rPr lang="en-US" sz="1400">
                <a:solidFill>
                  <a:srgbClr val="FFFFFF"/>
                </a:solidFill>
                <a:latin typeface="Inter Tight" pitchFamily="34" charset="0"/>
                <a:ea typeface="Inter Tight" pitchFamily="34" charset="-122"/>
                <a:cs typeface="Inter Tight" pitchFamily="34" charset="-120"/>
              </a:rPr>
              <a:t>–</a:t>
            </a:r>
            <a:r>
              <a:rPr lang="en-US" sz="1400" err="1">
                <a:solidFill>
                  <a:srgbClr val="FFFFFF"/>
                </a:solidFill>
                <a:latin typeface="Inter Tight" pitchFamily="34" charset="0"/>
                <a:ea typeface="Inter Tight" pitchFamily="34" charset="-122"/>
                <a:cs typeface="Inter Tight" pitchFamily="34" charset="-120"/>
              </a:rPr>
              <a:t>CadBoost</a:t>
            </a:r>
            <a:r>
              <a:rPr lang="en-US" sz="1400">
                <a:solidFill>
                  <a:srgbClr val="FFFFFF"/>
                </a:solidFill>
                <a:latin typeface="Inter Tight" pitchFamily="34" charset="0"/>
                <a:ea typeface="Inter Tight" pitchFamily="34" charset="-122"/>
                <a:cs typeface="Inter Tight" pitchFamily="34" charset="-120"/>
              </a:rPr>
              <a:t> , </a:t>
            </a:r>
            <a:r>
              <a:rPr lang="en-US" sz="1400" err="1">
                <a:solidFill>
                  <a:srgbClr val="FFFFFF"/>
                </a:solidFill>
                <a:latin typeface="Inter Tight" pitchFamily="34" charset="0"/>
                <a:ea typeface="Inter Tight" pitchFamily="34" charset="-122"/>
                <a:cs typeface="Inter Tight" pitchFamily="34" charset="-120"/>
              </a:rPr>
              <a:t>XGBoost</a:t>
            </a:r>
            <a:r>
              <a:rPr lang="en-US" sz="1400">
                <a:solidFill>
                  <a:srgbClr val="FFFFFF"/>
                </a:solidFill>
                <a:latin typeface="Inter Tight" pitchFamily="34" charset="0"/>
                <a:ea typeface="Inter Tight" pitchFamily="34" charset="-122"/>
                <a:cs typeface="Inter Tight" pitchFamily="34" charset="-120"/>
              </a:rPr>
              <a:t> , </a:t>
            </a:r>
            <a:r>
              <a:rPr lang="en-US" sz="1400" err="1">
                <a:solidFill>
                  <a:srgbClr val="FFFFFF"/>
                </a:solidFill>
                <a:latin typeface="Inter Tight" pitchFamily="34" charset="0"/>
                <a:ea typeface="Inter Tight" pitchFamily="34" charset="-122"/>
                <a:cs typeface="Inter Tight" pitchFamily="34" charset="-120"/>
              </a:rPr>
              <a:t>TabNet</a:t>
            </a:r>
            <a:endParaRPr lang="en-US" sz="1400"/>
          </a:p>
        </p:txBody>
      </p:sp>
      <p:sp>
        <p:nvSpPr>
          <p:cNvPr id="33" name="Shape 25"/>
          <p:cNvSpPr/>
          <p:nvPr/>
        </p:nvSpPr>
        <p:spPr>
          <a:xfrm>
            <a:off x="5269587" y="5681782"/>
            <a:ext cx="4104918" cy="1728311"/>
          </a:xfrm>
          <a:prstGeom prst="roundRect">
            <a:avLst>
              <a:gd name="adj" fmla="val 9521"/>
            </a:avLst>
          </a:prstGeom>
          <a:solidFill>
            <a:srgbClr val="4C1F00"/>
          </a:solidFill>
          <a:ln/>
        </p:spPr>
        <p:txBody>
          <a:bodyPr/>
          <a:lstStyle/>
          <a:p>
            <a:endParaRPr lang="en-US"/>
          </a:p>
        </p:txBody>
      </p:sp>
      <p:pic>
        <p:nvPicPr>
          <p:cNvPr id="34" name="Image 6" descr="preencoded.png"/>
          <p:cNvPicPr>
            <a:picLocks noChangeAspect="1"/>
          </p:cNvPicPr>
          <p:nvPr/>
        </p:nvPicPr>
        <p:blipFill>
          <a:blip r:embed="rId9"/>
          <a:stretch>
            <a:fillRect/>
          </a:stretch>
        </p:blipFill>
        <p:spPr>
          <a:xfrm>
            <a:off x="5452348" y="5895023"/>
            <a:ext cx="285631" cy="228481"/>
          </a:xfrm>
          <a:prstGeom prst="rect">
            <a:avLst/>
          </a:prstGeom>
        </p:spPr>
      </p:pic>
      <p:sp>
        <p:nvSpPr>
          <p:cNvPr id="35" name="Text 26"/>
          <p:cNvSpPr/>
          <p:nvPr/>
        </p:nvSpPr>
        <p:spPr>
          <a:xfrm>
            <a:off x="5920740" y="5889308"/>
            <a:ext cx="3271004" cy="517208"/>
          </a:xfrm>
          <a:prstGeom prst="rect">
            <a:avLst/>
          </a:prstGeom>
          <a:noFill/>
          <a:ln/>
        </p:spPr>
        <p:txBody>
          <a:bodyPr wrap="square" lIns="0" tIns="0" rIns="0" bIns="0" rtlCol="0" anchor="t"/>
          <a:lstStyle/>
          <a:p>
            <a:pPr marL="0" indent="0" algn="l">
              <a:lnSpc>
                <a:spcPts val="2000"/>
              </a:lnSpc>
              <a:buNone/>
            </a:pPr>
            <a:r>
              <a:rPr lang="en-US" sz="1750" b="1">
                <a:solidFill>
                  <a:srgbClr val="FFFFFF"/>
                </a:solidFill>
                <a:latin typeface="Inter Tight" pitchFamily="34" charset="0"/>
                <a:ea typeface="Inter Tight" pitchFamily="34" charset="-122"/>
                <a:cs typeface="Inter Tight" pitchFamily="34" charset="-120"/>
              </a:rPr>
              <a:t>Tech Stack</a:t>
            </a:r>
            <a:endParaRPr lang="en-US" sz="1750"/>
          </a:p>
        </p:txBody>
      </p:sp>
      <p:sp>
        <p:nvSpPr>
          <p:cNvPr id="36" name="Text 27"/>
          <p:cNvSpPr/>
          <p:nvPr/>
        </p:nvSpPr>
        <p:spPr>
          <a:xfrm>
            <a:off x="5844539" y="6249251"/>
            <a:ext cx="3359562" cy="973216"/>
          </a:xfrm>
          <a:prstGeom prst="rect">
            <a:avLst/>
          </a:prstGeom>
          <a:noFill/>
          <a:ln/>
        </p:spPr>
        <p:txBody>
          <a:bodyPr wrap="square" lIns="0" tIns="0" rIns="0" bIns="0" rtlCol="0" anchor="t"/>
          <a:lstStyle/>
          <a:p>
            <a:pPr marL="285750" indent="-285750" algn="l">
              <a:lnSpc>
                <a:spcPts val="1600"/>
              </a:lnSpc>
              <a:buFont typeface="Arial" panose="020B0604020202020204" pitchFamily="34" charset="0"/>
              <a:buChar char="•"/>
            </a:pPr>
            <a:r>
              <a:rPr lang="en-US" sz="1400">
                <a:solidFill>
                  <a:srgbClr val="FFFFFF"/>
                </a:solidFill>
                <a:latin typeface="Inter Tight"/>
                <a:ea typeface="Inter Tight"/>
                <a:cs typeface="Inter Tight"/>
              </a:rPr>
              <a:t>Python  ·  Scikit-learn  ·  Pandas  ·  NumPy  ·  Matplotlib/Seaborn  ·  </a:t>
            </a:r>
            <a:r>
              <a:rPr lang="en-US" sz="1400" err="1">
                <a:solidFill>
                  <a:srgbClr val="FFFFFF"/>
                </a:solidFill>
                <a:latin typeface="Inter Tight"/>
                <a:ea typeface="Inter Tight"/>
                <a:cs typeface="Inter Tight"/>
              </a:rPr>
              <a:t>Jupyter</a:t>
            </a:r>
            <a:r>
              <a:rPr lang="en-US" sz="1400">
                <a:solidFill>
                  <a:srgbClr val="FFFFFF"/>
                </a:solidFill>
                <a:latin typeface="Inter Tight"/>
                <a:ea typeface="Inter Tight"/>
                <a:cs typeface="Inter Tight"/>
              </a:rPr>
              <a:t>  Notebook</a:t>
            </a:r>
            <a:endParaRPr lang="en-US" sz="1400">
              <a:latin typeface="Inter Tight"/>
              <a:ea typeface="Inter Tight"/>
              <a:cs typeface="Inter Tight"/>
            </a:endParaRPr>
          </a:p>
        </p:txBody>
      </p:sp>
      <p:sp>
        <p:nvSpPr>
          <p:cNvPr id="37" name="Shape 28"/>
          <p:cNvSpPr/>
          <p:nvPr/>
        </p:nvSpPr>
        <p:spPr>
          <a:xfrm>
            <a:off x="9828133" y="5681782"/>
            <a:ext cx="4104918" cy="1728311"/>
          </a:xfrm>
          <a:prstGeom prst="roundRect">
            <a:avLst>
              <a:gd name="adj" fmla="val 9521"/>
            </a:avLst>
          </a:prstGeom>
          <a:solidFill>
            <a:srgbClr val="183A13"/>
          </a:solidFill>
          <a:ln/>
        </p:spPr>
        <p:txBody>
          <a:bodyPr/>
          <a:lstStyle/>
          <a:p>
            <a:endParaRPr lang="en-US"/>
          </a:p>
        </p:txBody>
      </p:sp>
      <p:pic>
        <p:nvPicPr>
          <p:cNvPr id="38" name="Image 7" descr="preencoded.png"/>
          <p:cNvPicPr>
            <a:picLocks noChangeAspect="1"/>
          </p:cNvPicPr>
          <p:nvPr/>
        </p:nvPicPr>
        <p:blipFill>
          <a:blip r:embed="rId10"/>
          <a:stretch>
            <a:fillRect/>
          </a:stretch>
        </p:blipFill>
        <p:spPr>
          <a:xfrm>
            <a:off x="10010894" y="5895023"/>
            <a:ext cx="285631" cy="228481"/>
          </a:xfrm>
          <a:prstGeom prst="rect">
            <a:avLst/>
          </a:prstGeom>
        </p:spPr>
      </p:pic>
      <p:sp>
        <p:nvSpPr>
          <p:cNvPr id="39" name="Text 29"/>
          <p:cNvSpPr/>
          <p:nvPr/>
        </p:nvSpPr>
        <p:spPr>
          <a:xfrm>
            <a:off x="10479286" y="5889308"/>
            <a:ext cx="3271004" cy="517208"/>
          </a:xfrm>
          <a:prstGeom prst="rect">
            <a:avLst/>
          </a:prstGeom>
          <a:noFill/>
          <a:ln/>
        </p:spPr>
        <p:txBody>
          <a:bodyPr wrap="square" lIns="0" tIns="0" rIns="0" bIns="0" rtlCol="0" anchor="t"/>
          <a:lstStyle/>
          <a:p>
            <a:pPr marL="0" indent="0" algn="l">
              <a:lnSpc>
                <a:spcPts val="2000"/>
              </a:lnSpc>
              <a:buNone/>
            </a:pPr>
            <a:r>
              <a:rPr lang="en-US" sz="1750" b="1">
                <a:solidFill>
                  <a:srgbClr val="FFFFFF"/>
                </a:solidFill>
                <a:latin typeface="Inter Tight" pitchFamily="34" charset="0"/>
                <a:ea typeface="Inter Tight" pitchFamily="34" charset="-122"/>
                <a:cs typeface="Inter Tight" pitchFamily="34" charset="-120"/>
              </a:rPr>
              <a:t> Validation Strategy</a:t>
            </a:r>
            <a:endParaRPr lang="en-US" sz="1750"/>
          </a:p>
        </p:txBody>
      </p:sp>
      <p:sp>
        <p:nvSpPr>
          <p:cNvPr id="40" name="Text 30"/>
          <p:cNvSpPr/>
          <p:nvPr/>
        </p:nvSpPr>
        <p:spPr>
          <a:xfrm>
            <a:off x="10479286" y="6199824"/>
            <a:ext cx="3271004" cy="875347"/>
          </a:xfrm>
          <a:prstGeom prst="rect">
            <a:avLst/>
          </a:prstGeom>
          <a:noFill/>
          <a:ln/>
        </p:spPr>
        <p:txBody>
          <a:bodyPr wrap="square" lIns="0" tIns="0" rIns="0" bIns="0" rtlCol="0" anchor="t"/>
          <a:lstStyle/>
          <a:p>
            <a:pPr marL="285750" indent="-285750" algn="l">
              <a:lnSpc>
                <a:spcPts val="1600"/>
              </a:lnSpc>
              <a:buFont typeface="Arial" panose="020B0604020202020204" pitchFamily="34" charset="0"/>
              <a:buChar char="•"/>
            </a:pPr>
            <a:r>
              <a:rPr lang="en-US" sz="1400">
                <a:solidFill>
                  <a:srgbClr val="FFFFFF"/>
                </a:solidFill>
                <a:latin typeface="Inter Tight" pitchFamily="34" charset="0"/>
                <a:ea typeface="Inter Tight" pitchFamily="34" charset="-122"/>
                <a:cs typeface="Inter Tight" pitchFamily="34" charset="-120"/>
              </a:rPr>
              <a:t>Train-Test  Split 60:40</a:t>
            </a:r>
          </a:p>
          <a:p>
            <a:pPr marL="285750" indent="-285750" algn="l">
              <a:lnSpc>
                <a:spcPts val="1600"/>
              </a:lnSpc>
              <a:buFont typeface="Arial" panose="020B0604020202020204" pitchFamily="34" charset="0"/>
              <a:buChar char="•"/>
            </a:pPr>
            <a:r>
              <a:rPr lang="en-US" sz="1400">
                <a:solidFill>
                  <a:srgbClr val="FFFFFF"/>
                </a:solidFill>
                <a:latin typeface="Inter Tight" pitchFamily="34" charset="0"/>
                <a:ea typeface="Inter Tight" pitchFamily="34" charset="-122"/>
                <a:cs typeface="Inter Tight" pitchFamily="34" charset="-120"/>
              </a:rPr>
              <a:t> Confusion  Matrix  Analysis</a:t>
            </a:r>
            <a:endParaRPr lang="en-US" sz="1400"/>
          </a:p>
        </p:txBody>
      </p:sp>
      <mc:AlternateContent xmlns:mc="http://schemas.openxmlformats.org/markup-compatibility/2006" xmlns:p14="http://schemas.microsoft.com/office/powerpoint/2010/main">
        <mc:Choice Requires="p14">
          <p:contentPart p14:bwMode="auto" r:id="rId11">
            <p14:nvContentPartPr>
              <p14:cNvPr id="41" name="Ink 40">
                <a:extLst>
                  <a:ext uri="{FF2B5EF4-FFF2-40B4-BE49-F238E27FC236}">
                    <a16:creationId xmlns:a16="http://schemas.microsoft.com/office/drawing/2014/main" id="{AC0FC0DE-52E2-11EB-9710-9893BF4569B3}"/>
                  </a:ext>
                </a:extLst>
              </p14:cNvPr>
              <p14:cNvContentPartPr/>
              <p14:nvPr/>
            </p14:nvContentPartPr>
            <p14:xfrm>
              <a:off x="12846760" y="7668064"/>
              <a:ext cx="1642680" cy="416520"/>
            </p14:xfrm>
          </p:contentPart>
        </mc:Choice>
        <mc:Fallback xmlns="">
          <p:pic>
            <p:nvPicPr>
              <p:cNvPr id="41" name="Ink 40">
                <a:extLst>
                  <a:ext uri="{FF2B5EF4-FFF2-40B4-BE49-F238E27FC236}">
                    <a16:creationId xmlns:a16="http://schemas.microsoft.com/office/drawing/2014/main" id="{AC0FC0DE-52E2-11EB-9710-9893BF4569B3}"/>
                  </a:ext>
                </a:extLst>
              </p:cNvPr>
              <p:cNvPicPr/>
              <p:nvPr/>
            </p:nvPicPr>
            <p:blipFill>
              <a:blip r:embed="rId12"/>
              <a:stretch>
                <a:fillRect/>
              </a:stretch>
            </p:blipFill>
            <p:spPr>
              <a:xfrm>
                <a:off x="12792760" y="7560064"/>
                <a:ext cx="1750320" cy="632160"/>
              </a:xfrm>
              <a:prstGeom prst="rect">
                <a:avLst/>
              </a:prstGeom>
            </p:spPr>
          </p:pic>
        </mc:Fallback>
      </mc:AlternateContent>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nvSpPr>
        <p:spPr>
          <a:xfrm>
            <a:off x="722233" y="728501"/>
            <a:ext cx="5016222" cy="601861"/>
          </a:xfrm>
          <a:prstGeom prst="rect">
            <a:avLst/>
          </a:prstGeom>
          <a:noFill/>
          <a:ln/>
        </p:spPr>
        <p:txBody>
          <a:bodyPr wrap="none" lIns="0" tIns="0" rIns="0" bIns="0" rtlCol="0" anchor="t"/>
          <a:lstStyle/>
          <a:p>
            <a:pPr>
              <a:lnSpc>
                <a:spcPts val="4700"/>
              </a:lnSpc>
            </a:pPr>
            <a:r>
              <a:rPr lang="en-US" sz="6000">
                <a:solidFill>
                  <a:srgbClr val="FFFFFF"/>
                </a:solidFill>
                <a:latin typeface="Inter Tight Medium"/>
                <a:ea typeface="Inter Tight Medium"/>
                <a:cs typeface="Inter Tight Medium"/>
              </a:rPr>
              <a:t>Model Evaluation:</a:t>
            </a:r>
            <a:endParaRPr lang="en-US" sz="6000">
              <a:ea typeface="Calibri"/>
              <a:cs typeface="Calibri"/>
            </a:endParaRPr>
          </a:p>
        </p:txBody>
      </p:sp>
      <p:sp>
        <p:nvSpPr>
          <p:cNvPr id="3" name="Text 1"/>
          <p:cNvSpPr/>
          <p:nvPr/>
        </p:nvSpPr>
        <p:spPr>
          <a:xfrm>
            <a:off x="9620022" y="1604682"/>
            <a:ext cx="2241113" cy="570548"/>
          </a:xfrm>
          <a:prstGeom prst="rect">
            <a:avLst/>
          </a:prstGeom>
          <a:noFill/>
          <a:ln/>
        </p:spPr>
        <p:txBody>
          <a:bodyPr wrap="none" lIns="0" tIns="0" rIns="0" bIns="0" rtlCol="0" anchor="t"/>
          <a:lstStyle/>
          <a:p>
            <a:pPr marL="0" indent="0" algn="ctr">
              <a:lnSpc>
                <a:spcPts val="4450"/>
              </a:lnSpc>
              <a:buNone/>
            </a:pPr>
            <a:r>
              <a:rPr lang="en-US" sz="4450">
                <a:solidFill>
                  <a:srgbClr val="B5B5B5"/>
                </a:solidFill>
                <a:latin typeface="Inter Tight Medium" pitchFamily="34" charset="0"/>
                <a:ea typeface="Inter Tight Medium" pitchFamily="34" charset="-122"/>
                <a:cs typeface="Inter Tight Medium" pitchFamily="34" charset="-120"/>
              </a:rPr>
              <a:t>98.4%</a:t>
            </a:r>
            <a:endParaRPr lang="en-US" sz="4450"/>
          </a:p>
        </p:txBody>
      </p:sp>
      <p:sp>
        <p:nvSpPr>
          <p:cNvPr id="4" name="Text 2"/>
          <p:cNvSpPr/>
          <p:nvPr/>
        </p:nvSpPr>
        <p:spPr>
          <a:xfrm>
            <a:off x="9486553" y="2223017"/>
            <a:ext cx="2508052" cy="300990"/>
          </a:xfrm>
          <a:prstGeom prst="rect">
            <a:avLst/>
          </a:prstGeom>
          <a:noFill/>
          <a:ln/>
        </p:spPr>
        <p:txBody>
          <a:bodyPr wrap="none" lIns="0" tIns="0" rIns="0" bIns="0" rtlCol="0" anchor="t"/>
          <a:lstStyle/>
          <a:p>
            <a:pPr algn="ctr">
              <a:lnSpc>
                <a:spcPts val="2350"/>
              </a:lnSpc>
            </a:pPr>
            <a:r>
              <a:rPr lang="en-US" sz="1950">
                <a:solidFill>
                  <a:srgbClr val="B5B5B5"/>
                </a:solidFill>
                <a:latin typeface="Inter Tight Medium"/>
                <a:ea typeface="Inter Tight Medium"/>
                <a:cs typeface="Inter Tight Medium"/>
              </a:rPr>
              <a:t>Best Model Accuracy</a:t>
            </a:r>
            <a:endParaRPr lang="en-US" sz="1950">
              <a:latin typeface="Inter Tight Medium"/>
              <a:ea typeface="Inter Tight Medium"/>
              <a:cs typeface="Inter Tight Medium"/>
            </a:endParaRPr>
          </a:p>
        </p:txBody>
      </p:sp>
      <p:sp>
        <p:nvSpPr>
          <p:cNvPr id="5" name="Text 3"/>
          <p:cNvSpPr/>
          <p:nvPr/>
        </p:nvSpPr>
        <p:spPr>
          <a:xfrm>
            <a:off x="722233" y="2584609"/>
            <a:ext cx="3201710" cy="147280"/>
          </a:xfrm>
          <a:prstGeom prst="rect">
            <a:avLst/>
          </a:prstGeom>
          <a:noFill/>
          <a:ln/>
        </p:spPr>
        <p:txBody>
          <a:bodyPr wrap="none" lIns="0" tIns="0" rIns="0" bIns="0" rtlCol="0" anchor="t"/>
          <a:lstStyle/>
          <a:p>
            <a:pPr marL="0" indent="0" algn="ctr">
              <a:lnSpc>
                <a:spcPts val="1150"/>
              </a:lnSpc>
              <a:buNone/>
            </a:pPr>
            <a:r>
              <a:rPr lang="en-US" sz="1100">
                <a:solidFill>
                  <a:srgbClr val="B5B5B5"/>
                </a:solidFill>
                <a:latin typeface="Inter Tight" pitchFamily="34" charset="0"/>
                <a:ea typeface="Inter Tight" pitchFamily="34" charset="-122"/>
                <a:cs typeface="Inter Tight" pitchFamily="34" charset="-120"/>
              </a:rPr>
              <a:t>Binary Class Classification</a:t>
            </a:r>
            <a:endParaRPr lang="en-US" sz="1100"/>
          </a:p>
        </p:txBody>
      </p:sp>
      <p:sp>
        <p:nvSpPr>
          <p:cNvPr id="13" name="Text 11"/>
          <p:cNvSpPr/>
          <p:nvPr/>
        </p:nvSpPr>
        <p:spPr>
          <a:xfrm>
            <a:off x="11263193" y="2392522"/>
            <a:ext cx="2508052" cy="300990"/>
          </a:xfrm>
          <a:prstGeom prst="rect">
            <a:avLst/>
          </a:prstGeom>
          <a:noFill/>
          <a:ln/>
        </p:spPr>
        <p:txBody>
          <a:bodyPr wrap="none" lIns="0" tIns="0" rIns="0" bIns="0" rtlCol="0" anchor="t"/>
          <a:lstStyle/>
          <a:p>
            <a:pPr marL="0" indent="0" algn="ctr">
              <a:lnSpc>
                <a:spcPts val="2350"/>
              </a:lnSpc>
              <a:buNone/>
            </a:pPr>
            <a:endParaRPr lang="en-US" sz="1950"/>
          </a:p>
        </p:txBody>
      </p:sp>
      <p:sp>
        <p:nvSpPr>
          <p:cNvPr id="14" name="Text 12"/>
          <p:cNvSpPr/>
          <p:nvPr/>
        </p:nvSpPr>
        <p:spPr>
          <a:xfrm>
            <a:off x="10706338" y="2584609"/>
            <a:ext cx="3201829" cy="147280"/>
          </a:xfrm>
          <a:prstGeom prst="rect">
            <a:avLst/>
          </a:prstGeom>
          <a:noFill/>
          <a:ln/>
        </p:spPr>
        <p:txBody>
          <a:bodyPr wrap="none" lIns="0" tIns="0" rIns="0" bIns="0" rtlCol="0" anchor="t"/>
          <a:lstStyle/>
          <a:p>
            <a:pPr marL="0" indent="0" algn="ctr">
              <a:lnSpc>
                <a:spcPts val="1150"/>
              </a:lnSpc>
              <a:buNone/>
            </a:pPr>
            <a:endParaRPr lang="en-US" sz="1100"/>
          </a:p>
        </p:txBody>
      </p:sp>
      <p:sp>
        <p:nvSpPr>
          <p:cNvPr id="17" name="Shape 14"/>
          <p:cNvSpPr/>
          <p:nvPr/>
        </p:nvSpPr>
        <p:spPr>
          <a:xfrm>
            <a:off x="579083" y="1793568"/>
            <a:ext cx="5942076" cy="2682885"/>
          </a:xfrm>
          <a:prstGeom prst="roundRect">
            <a:avLst>
              <a:gd name="adj" fmla="val 10361"/>
            </a:avLst>
          </a:prstGeom>
          <a:solidFill>
            <a:srgbClr val="183A13"/>
          </a:solidFill>
          <a:ln/>
        </p:spPr>
        <p:txBody>
          <a:bodyPr/>
          <a:lstStyle/>
          <a:p>
            <a:endParaRPr lang="en-US"/>
          </a:p>
        </p:txBody>
      </p:sp>
      <p:sp>
        <p:nvSpPr>
          <p:cNvPr id="19" name="Text 15"/>
          <p:cNvSpPr/>
          <p:nvPr/>
        </p:nvSpPr>
        <p:spPr>
          <a:xfrm>
            <a:off x="814092" y="2053177"/>
            <a:ext cx="3511748" cy="300990"/>
          </a:xfrm>
          <a:prstGeom prst="rect">
            <a:avLst/>
          </a:prstGeom>
          <a:noFill/>
          <a:ln/>
        </p:spPr>
        <p:txBody>
          <a:bodyPr wrap="none" lIns="0" tIns="0" rIns="0" bIns="0" rtlCol="0" anchor="t"/>
          <a:lstStyle/>
          <a:p>
            <a:pPr marL="0" indent="0" algn="l">
              <a:lnSpc>
                <a:spcPts val="2350"/>
              </a:lnSpc>
              <a:buNone/>
            </a:pPr>
            <a:r>
              <a:rPr lang="en-US" sz="2200" b="1">
                <a:solidFill>
                  <a:srgbClr val="FFFFFF"/>
                </a:solidFill>
                <a:latin typeface="Inter Tight Medium"/>
                <a:ea typeface="Inter Tight Medium"/>
                <a:cs typeface="Inter Tight Medium"/>
              </a:rPr>
              <a:t>Binary Class Classification :</a:t>
            </a:r>
            <a:endParaRPr lang="en-US" sz="2200">
              <a:latin typeface="Inter Tight Medium"/>
              <a:ea typeface="Inter Tight Medium"/>
              <a:cs typeface="Inter Tight Medium"/>
            </a:endParaRPr>
          </a:p>
        </p:txBody>
      </p:sp>
      <p:sp>
        <p:nvSpPr>
          <p:cNvPr id="20" name="Text 16"/>
          <p:cNvSpPr/>
          <p:nvPr/>
        </p:nvSpPr>
        <p:spPr>
          <a:xfrm>
            <a:off x="923191" y="2498094"/>
            <a:ext cx="5930265" cy="702628"/>
          </a:xfrm>
          <a:prstGeom prst="rect">
            <a:avLst/>
          </a:prstGeom>
          <a:noFill/>
          <a:ln/>
        </p:spPr>
        <p:txBody>
          <a:bodyPr wrap="square" lIns="0" tIns="0" rIns="0" bIns="0" rtlCol="0" anchor="t"/>
          <a:lstStyle/>
          <a:p>
            <a:pPr marL="285750" indent="-285750">
              <a:buFont typeface="Arial"/>
              <a:buChar char="•"/>
            </a:pPr>
            <a:r>
              <a:rPr lang="en-US">
                <a:solidFill>
                  <a:srgbClr val="FFFFFF"/>
                </a:solidFill>
                <a:ea typeface="+mn-lt"/>
                <a:cs typeface="+mn-lt"/>
              </a:rPr>
              <a:t>Random Forest → 98.43% Accuracy </a:t>
            </a:r>
            <a:endParaRPr lang="en-US">
              <a:ea typeface="Calibri"/>
              <a:cs typeface="Calibri"/>
            </a:endParaRPr>
          </a:p>
          <a:p>
            <a:pPr marL="285750" indent="-285750">
              <a:buFont typeface="Arial"/>
              <a:buChar char="•"/>
            </a:pPr>
            <a:r>
              <a:rPr lang="en-US">
                <a:solidFill>
                  <a:srgbClr val="FFFFFF"/>
                </a:solidFill>
                <a:ea typeface="+mn-lt"/>
                <a:cs typeface="+mn-lt"/>
              </a:rPr>
              <a:t>Decision Tree → 97.87% Accuracy </a:t>
            </a:r>
            <a:endParaRPr lang="en-US">
              <a:ea typeface="Calibri"/>
              <a:cs typeface="Calibri"/>
            </a:endParaRPr>
          </a:p>
          <a:p>
            <a:pPr marL="285750" indent="-285750">
              <a:buFont typeface="Arial"/>
              <a:buChar char="•"/>
            </a:pPr>
            <a:r>
              <a:rPr lang="en-US">
                <a:solidFill>
                  <a:srgbClr val="FFFFFF"/>
                </a:solidFill>
                <a:ea typeface="+mn-lt"/>
                <a:cs typeface="+mn-lt"/>
              </a:rPr>
              <a:t>SVM → 97.76% Accuracy</a:t>
            </a:r>
            <a:endParaRPr lang="en-US">
              <a:ea typeface="Calibri"/>
              <a:cs typeface="Calibri"/>
            </a:endParaRPr>
          </a:p>
          <a:p>
            <a:endParaRPr lang="en-US">
              <a:solidFill>
                <a:srgbClr val="FFFFFF"/>
              </a:solidFill>
              <a:ea typeface="+mn-lt"/>
              <a:cs typeface="+mn-lt"/>
            </a:endParaRPr>
          </a:p>
          <a:p>
            <a:r>
              <a:rPr lang="en-US">
                <a:solidFill>
                  <a:srgbClr val="FFFFFF"/>
                </a:solidFill>
                <a:ea typeface="+mn-lt"/>
                <a:cs typeface="+mn-lt"/>
              </a:rPr>
              <a:t>All models achieved high accuracy, with Random Forest performing best due to better generalization and reduced overfitting.</a:t>
            </a:r>
            <a:endParaRPr lang="en-US">
              <a:solidFill>
                <a:srgbClr val="FFFFFF"/>
              </a:solidFill>
              <a:latin typeface="Calibri"/>
              <a:ea typeface="Calibri"/>
              <a:cs typeface="Calibri"/>
            </a:endParaRPr>
          </a:p>
          <a:p>
            <a:pPr>
              <a:lnSpc>
                <a:spcPts val="1450"/>
              </a:lnSpc>
            </a:pPr>
            <a:endParaRPr lang="en-US">
              <a:solidFill>
                <a:srgbClr val="FFFFFF"/>
              </a:solidFill>
              <a:latin typeface="Inter Tight"/>
              <a:ea typeface="Inter Tight"/>
              <a:cs typeface="Inter Tight"/>
            </a:endParaRPr>
          </a:p>
        </p:txBody>
      </p:sp>
      <p:sp>
        <p:nvSpPr>
          <p:cNvPr id="21" name="Shape 17"/>
          <p:cNvSpPr/>
          <p:nvPr/>
        </p:nvSpPr>
        <p:spPr>
          <a:xfrm>
            <a:off x="577261" y="4770655"/>
            <a:ext cx="5954602" cy="2958088"/>
          </a:xfrm>
          <a:prstGeom prst="roundRect">
            <a:avLst>
              <a:gd name="adj" fmla="val 10361"/>
            </a:avLst>
          </a:prstGeom>
          <a:solidFill>
            <a:srgbClr val="022349"/>
          </a:solidFill>
          <a:ln/>
        </p:spPr>
        <p:txBody>
          <a:bodyPr/>
          <a:lstStyle/>
          <a:p>
            <a:r>
              <a:rPr lang="en-US" b="1">
                <a:solidFill>
                  <a:srgbClr val="FFFFFF"/>
                </a:solidFill>
                <a:latin typeface="Inter Tight Medium" pitchFamily="34" charset="0"/>
                <a:ea typeface="Inter Tight Medium" pitchFamily="34" charset="-122"/>
                <a:cs typeface="Inter Tight Medium" pitchFamily="34" charset="-120"/>
              </a:rPr>
              <a:t>   </a:t>
            </a:r>
            <a:endParaRPr lang="en-US"/>
          </a:p>
          <a:p>
            <a:endParaRPr lang="en-IN"/>
          </a:p>
        </p:txBody>
      </p:sp>
      <p:sp>
        <p:nvSpPr>
          <p:cNvPr id="23" name="Text 18"/>
          <p:cNvSpPr/>
          <p:nvPr/>
        </p:nvSpPr>
        <p:spPr>
          <a:xfrm>
            <a:off x="8099941" y="4465082"/>
            <a:ext cx="2508052" cy="300990"/>
          </a:xfrm>
          <a:prstGeom prst="rect">
            <a:avLst/>
          </a:prstGeom>
          <a:noFill/>
          <a:ln/>
        </p:spPr>
        <p:txBody>
          <a:bodyPr wrap="none" lIns="0" tIns="0" rIns="0" bIns="0" rtlCol="0" anchor="t"/>
          <a:lstStyle/>
          <a:p>
            <a:pPr marL="0" indent="0" algn="l">
              <a:lnSpc>
                <a:spcPts val="2350"/>
              </a:lnSpc>
              <a:buNone/>
            </a:pPr>
            <a:endParaRPr lang="en-US" sz="1950"/>
          </a:p>
        </p:txBody>
      </p:sp>
      <p:sp>
        <p:nvSpPr>
          <p:cNvPr id="24" name="Text 19"/>
          <p:cNvSpPr/>
          <p:nvPr/>
        </p:nvSpPr>
        <p:spPr>
          <a:xfrm>
            <a:off x="923190" y="5482954"/>
            <a:ext cx="5787535" cy="1113789"/>
          </a:xfrm>
          <a:prstGeom prst="rect">
            <a:avLst/>
          </a:prstGeom>
          <a:noFill/>
          <a:ln/>
        </p:spPr>
        <p:txBody>
          <a:bodyPr wrap="square" lIns="0" tIns="0" rIns="0" bIns="0" rtlCol="0" anchor="t"/>
          <a:lstStyle/>
          <a:p>
            <a:r>
              <a:rPr lang="en-US">
                <a:solidFill>
                  <a:schemeClr val="bg1"/>
                </a:solidFill>
                <a:ea typeface="+mn-lt"/>
                <a:cs typeface="+mn-lt"/>
              </a:rPr>
              <a:t>Implemented advanced ensemble techniques using:</a:t>
            </a:r>
            <a:endParaRPr lang="en-US">
              <a:solidFill>
                <a:schemeClr val="bg1"/>
              </a:solidFill>
            </a:endParaRPr>
          </a:p>
          <a:p>
            <a:pPr marL="285750" indent="-285750">
              <a:buFont typeface="Arial"/>
              <a:buChar char="•"/>
            </a:pPr>
            <a:r>
              <a:rPr lang="en-US" err="1">
                <a:solidFill>
                  <a:schemeClr val="bg1"/>
                </a:solidFill>
                <a:ea typeface="+mn-lt"/>
                <a:cs typeface="+mn-lt"/>
              </a:rPr>
              <a:t>XGBoost</a:t>
            </a:r>
            <a:r>
              <a:rPr lang="en-US">
                <a:solidFill>
                  <a:schemeClr val="bg1"/>
                </a:solidFill>
                <a:ea typeface="+mn-lt"/>
                <a:cs typeface="+mn-lt"/>
              </a:rPr>
              <a:t> </a:t>
            </a:r>
            <a:endParaRPr lang="en-US">
              <a:solidFill>
                <a:schemeClr val="bg1"/>
              </a:solidFill>
            </a:endParaRPr>
          </a:p>
          <a:p>
            <a:pPr marL="285750" indent="-285750">
              <a:buFont typeface="Arial"/>
              <a:buChar char="•"/>
            </a:pPr>
            <a:r>
              <a:rPr lang="en-US" err="1">
                <a:solidFill>
                  <a:schemeClr val="bg1"/>
                </a:solidFill>
                <a:ea typeface="+mn-lt"/>
                <a:cs typeface="+mn-lt"/>
              </a:rPr>
              <a:t>CatBoost</a:t>
            </a:r>
            <a:r>
              <a:rPr lang="en-US">
                <a:solidFill>
                  <a:schemeClr val="bg1"/>
                </a:solidFill>
                <a:ea typeface="+mn-lt"/>
                <a:cs typeface="+mn-lt"/>
              </a:rPr>
              <a:t> </a:t>
            </a:r>
            <a:endParaRPr lang="en-US">
              <a:solidFill>
                <a:schemeClr val="bg1"/>
              </a:solidFill>
            </a:endParaRPr>
          </a:p>
          <a:p>
            <a:pPr marL="285750" indent="-285750">
              <a:buFont typeface="Arial"/>
              <a:buChar char="•"/>
            </a:pPr>
            <a:r>
              <a:rPr lang="en-US" err="1">
                <a:solidFill>
                  <a:schemeClr val="bg1"/>
                </a:solidFill>
                <a:ea typeface="+mn-lt"/>
                <a:cs typeface="+mn-lt"/>
              </a:rPr>
              <a:t>TabNet</a:t>
            </a:r>
            <a:endParaRPr lang="en-US">
              <a:solidFill>
                <a:schemeClr val="bg1"/>
              </a:solidFill>
              <a:ea typeface="+mn-lt"/>
              <a:cs typeface="+mn-lt"/>
            </a:endParaRPr>
          </a:p>
          <a:p>
            <a:endParaRPr lang="en-US" i="1">
              <a:solidFill>
                <a:schemeClr val="bg1"/>
              </a:solidFill>
              <a:ea typeface="+mn-lt"/>
              <a:cs typeface="+mn-lt"/>
            </a:endParaRPr>
          </a:p>
          <a:p>
            <a:r>
              <a:rPr lang="en-US" i="1">
                <a:solidFill>
                  <a:schemeClr val="bg1"/>
                </a:solidFill>
                <a:ea typeface="+mn-lt"/>
                <a:cs typeface="+mn-lt"/>
              </a:rPr>
              <a:t>These boosting-based models significantly improved the model’s ability to classify multiple attack categories by capturing complex patterns in network traffic.</a:t>
            </a:r>
            <a:endParaRPr lang="en-US">
              <a:solidFill>
                <a:schemeClr val="bg1"/>
              </a:solidFill>
              <a:ea typeface="Calibri"/>
              <a:cs typeface="Calibri"/>
            </a:endParaRPr>
          </a:p>
          <a:p>
            <a:pPr marL="285750" indent="-285750" algn="l">
              <a:buFont typeface="Arial"/>
              <a:buChar char="•"/>
            </a:pPr>
            <a:endParaRPr lang="en-US">
              <a:solidFill>
                <a:schemeClr val="bg1"/>
              </a:solidFill>
              <a:ea typeface="Calibri"/>
              <a:cs typeface="Calibri"/>
            </a:endParaRPr>
          </a:p>
          <a:p>
            <a:pPr>
              <a:lnSpc>
                <a:spcPts val="1450"/>
              </a:lnSpc>
            </a:pPr>
            <a:endParaRPr lang="en-US">
              <a:solidFill>
                <a:schemeClr val="bg1"/>
              </a:solidFill>
              <a:ea typeface="Calibri"/>
              <a:cs typeface="Calibri"/>
            </a:endParaRPr>
          </a:p>
        </p:txBody>
      </p:sp>
      <p:sp>
        <p:nvSpPr>
          <p:cNvPr id="27" name="Text 21"/>
          <p:cNvSpPr/>
          <p:nvPr/>
        </p:nvSpPr>
        <p:spPr>
          <a:xfrm>
            <a:off x="8099941" y="5833705"/>
            <a:ext cx="2524839" cy="300990"/>
          </a:xfrm>
          <a:prstGeom prst="rect">
            <a:avLst/>
          </a:prstGeom>
          <a:noFill/>
          <a:ln/>
        </p:spPr>
        <p:txBody>
          <a:bodyPr wrap="none" lIns="0" tIns="0" rIns="0" bIns="0" rtlCol="0" anchor="t"/>
          <a:lstStyle/>
          <a:p>
            <a:pPr marL="0" indent="0" algn="l">
              <a:lnSpc>
                <a:spcPts val="2350"/>
              </a:lnSpc>
              <a:buNone/>
            </a:pPr>
            <a:endParaRPr lang="en-US" sz="1950"/>
          </a:p>
        </p:txBody>
      </p:sp>
      <p:sp>
        <p:nvSpPr>
          <p:cNvPr id="28" name="Text 22"/>
          <p:cNvSpPr/>
          <p:nvPr/>
        </p:nvSpPr>
        <p:spPr>
          <a:xfrm>
            <a:off x="8099941" y="6235779"/>
            <a:ext cx="5671304" cy="368379"/>
          </a:xfrm>
          <a:prstGeom prst="rect">
            <a:avLst/>
          </a:prstGeom>
          <a:noFill/>
          <a:ln/>
        </p:spPr>
        <p:txBody>
          <a:bodyPr wrap="square" lIns="0" tIns="0" rIns="0" bIns="0" rtlCol="0" anchor="t"/>
          <a:lstStyle/>
          <a:p>
            <a:pPr marL="0" indent="0" algn="l">
              <a:lnSpc>
                <a:spcPts val="1450"/>
              </a:lnSpc>
              <a:buNone/>
            </a:pPr>
            <a:endParaRPr lang="en-US" sz="1400"/>
          </a:p>
        </p:txBody>
      </p:sp>
      <p:sp>
        <p:nvSpPr>
          <p:cNvPr id="29" name="Text 23"/>
          <p:cNvSpPr/>
          <p:nvPr/>
        </p:nvSpPr>
        <p:spPr>
          <a:xfrm>
            <a:off x="8099941" y="6695123"/>
            <a:ext cx="5671304" cy="368379"/>
          </a:xfrm>
          <a:prstGeom prst="rect">
            <a:avLst/>
          </a:prstGeom>
          <a:noFill/>
          <a:ln/>
        </p:spPr>
        <p:txBody>
          <a:bodyPr wrap="square" lIns="0" tIns="0" rIns="0" bIns="0" rtlCol="0" anchor="t"/>
          <a:lstStyle/>
          <a:p>
            <a:pPr marL="0" indent="0" algn="l">
              <a:lnSpc>
                <a:spcPts val="1450"/>
              </a:lnSpc>
              <a:buNone/>
            </a:pPr>
            <a:endParaRPr lang="en-US" sz="1400"/>
          </a:p>
        </p:txBody>
      </p:sp>
      <p:sp>
        <p:nvSpPr>
          <p:cNvPr id="30" name="Text 24"/>
          <p:cNvSpPr/>
          <p:nvPr/>
        </p:nvSpPr>
        <p:spPr>
          <a:xfrm>
            <a:off x="722233" y="7454027"/>
            <a:ext cx="13185934" cy="147280"/>
          </a:xfrm>
          <a:prstGeom prst="rect">
            <a:avLst/>
          </a:prstGeom>
          <a:noFill/>
          <a:ln/>
        </p:spPr>
        <p:txBody>
          <a:bodyPr wrap="none" lIns="0" tIns="0" rIns="0" bIns="0" rtlCol="0" anchor="t"/>
          <a:lstStyle/>
          <a:p>
            <a:pPr marL="0" indent="0" algn="l">
              <a:lnSpc>
                <a:spcPts val="1150"/>
              </a:lnSpc>
              <a:buNone/>
            </a:pPr>
            <a:endParaRPr lang="en-US" sz="1100"/>
          </a:p>
        </p:txBody>
      </p:sp>
      <p:pic>
        <p:nvPicPr>
          <p:cNvPr id="34" name="Picture 33" descr="A graph with different colored bars&#10;&#10;AI-generated content may be incorrect.">
            <a:extLst>
              <a:ext uri="{FF2B5EF4-FFF2-40B4-BE49-F238E27FC236}">
                <a16:creationId xmlns:a16="http://schemas.microsoft.com/office/drawing/2014/main" id="{8B3E54E7-4FB2-E74C-21C6-367307F44FCE}"/>
              </a:ext>
            </a:extLst>
          </p:cNvPr>
          <p:cNvPicPr>
            <a:picLocks noChangeAspect="1"/>
          </p:cNvPicPr>
          <p:nvPr/>
        </p:nvPicPr>
        <p:blipFill>
          <a:blip r:embed="rId3"/>
          <a:stretch>
            <a:fillRect/>
          </a:stretch>
        </p:blipFill>
        <p:spPr>
          <a:xfrm>
            <a:off x="7001747" y="2918797"/>
            <a:ext cx="7225522" cy="3831067"/>
          </a:xfrm>
          <a:prstGeom prst="rect">
            <a:avLst/>
          </a:prstGeom>
        </p:spPr>
      </p:pic>
      <mc:AlternateContent xmlns:mc="http://schemas.openxmlformats.org/markup-compatibility/2006" xmlns:p14="http://schemas.microsoft.com/office/powerpoint/2010/main">
        <mc:Choice Requires="p14">
          <p:contentPart p14:bwMode="auto" r:id="rId4">
            <p14:nvContentPartPr>
              <p14:cNvPr id="38" name="Ink 37">
                <a:extLst>
                  <a:ext uri="{FF2B5EF4-FFF2-40B4-BE49-F238E27FC236}">
                    <a16:creationId xmlns:a16="http://schemas.microsoft.com/office/drawing/2014/main" id="{2D6D2DDD-6301-944A-8940-BEE60A382813}"/>
                  </a:ext>
                </a:extLst>
              </p14:cNvPr>
              <p14:cNvContentPartPr/>
              <p14:nvPr/>
            </p14:nvContentPartPr>
            <p14:xfrm>
              <a:off x="13117308" y="7844817"/>
              <a:ext cx="773264" cy="152294"/>
            </p14:xfrm>
          </p:contentPart>
        </mc:Choice>
        <mc:Fallback xmlns="">
          <p:pic>
            <p:nvPicPr>
              <p:cNvPr id="38" name="Ink 37">
                <a:extLst>
                  <a:ext uri="{FF2B5EF4-FFF2-40B4-BE49-F238E27FC236}">
                    <a16:creationId xmlns:a16="http://schemas.microsoft.com/office/drawing/2014/main" id="{2D6D2DDD-6301-944A-8940-BEE60A382813}"/>
                  </a:ext>
                </a:extLst>
              </p:cNvPr>
              <p:cNvPicPr/>
              <p:nvPr/>
            </p:nvPicPr>
            <p:blipFill>
              <a:blip r:embed="rId5"/>
              <a:stretch>
                <a:fillRect/>
              </a:stretch>
            </p:blipFill>
            <p:spPr>
              <a:xfrm>
                <a:off x="13063334" y="7736807"/>
                <a:ext cx="880852" cy="367954"/>
              </a:xfrm>
              <a:prstGeom prst="rect">
                <a:avLst/>
              </a:prstGeom>
            </p:spPr>
          </p:pic>
        </mc:Fallback>
      </mc:AlternateContent>
      <mc:AlternateContent xmlns:mc="http://schemas.openxmlformats.org/markup-compatibility/2006" xmlns:p14="http://schemas.microsoft.com/office/powerpoint/2010/main">
        <mc:Choice Requires="p14">
          <p:contentPart p14:bwMode="auto" r:id="rId6">
            <p14:nvContentPartPr>
              <p14:cNvPr id="39" name="Ink 38">
                <a:extLst>
                  <a:ext uri="{FF2B5EF4-FFF2-40B4-BE49-F238E27FC236}">
                    <a16:creationId xmlns:a16="http://schemas.microsoft.com/office/drawing/2014/main" id="{A67BFE39-CBEA-0325-B75D-60D4936C79EB}"/>
                  </a:ext>
                </a:extLst>
              </p14:cNvPr>
              <p14:cNvContentPartPr/>
              <p14:nvPr/>
            </p14:nvContentPartPr>
            <p14:xfrm>
              <a:off x="12806080" y="7712704"/>
              <a:ext cx="1640880" cy="366120"/>
            </p14:xfrm>
          </p:contentPart>
        </mc:Choice>
        <mc:Fallback xmlns="">
          <p:pic>
            <p:nvPicPr>
              <p:cNvPr id="39" name="Ink 38">
                <a:extLst>
                  <a:ext uri="{FF2B5EF4-FFF2-40B4-BE49-F238E27FC236}">
                    <a16:creationId xmlns:a16="http://schemas.microsoft.com/office/drawing/2014/main" id="{A67BFE39-CBEA-0325-B75D-60D4936C79EB}"/>
                  </a:ext>
                </a:extLst>
              </p:cNvPr>
              <p:cNvPicPr/>
              <p:nvPr/>
            </p:nvPicPr>
            <p:blipFill>
              <a:blip r:embed="rId7"/>
              <a:stretch>
                <a:fillRect/>
              </a:stretch>
            </p:blipFill>
            <p:spPr>
              <a:xfrm>
                <a:off x="12752080" y="7604704"/>
                <a:ext cx="1748520" cy="581760"/>
              </a:xfrm>
              <a:prstGeom prst="rect">
                <a:avLst/>
              </a:prstGeom>
            </p:spPr>
          </p:pic>
        </mc:Fallback>
      </mc:AlternateContent>
      <mc:AlternateContent xmlns:mc="http://schemas.openxmlformats.org/markup-compatibility/2006" xmlns:p14="http://schemas.microsoft.com/office/powerpoint/2010/main">
        <mc:Choice Requires="p14">
          <p:contentPart p14:bwMode="auto" r:id="rId8">
            <p14:nvContentPartPr>
              <p14:cNvPr id="40" name="Ink 39">
                <a:extLst>
                  <a:ext uri="{FF2B5EF4-FFF2-40B4-BE49-F238E27FC236}">
                    <a16:creationId xmlns:a16="http://schemas.microsoft.com/office/drawing/2014/main" id="{7291B91C-AF11-8BA1-6DC1-6AA379528B29}"/>
                  </a:ext>
                </a:extLst>
              </p14:cNvPr>
              <p14:cNvContentPartPr/>
              <p14:nvPr/>
            </p14:nvContentPartPr>
            <p14:xfrm>
              <a:off x="14341120" y="7830448"/>
              <a:ext cx="151200" cy="137880"/>
            </p14:xfrm>
          </p:contentPart>
        </mc:Choice>
        <mc:Fallback xmlns="">
          <p:pic>
            <p:nvPicPr>
              <p:cNvPr id="40" name="Ink 39">
                <a:extLst>
                  <a:ext uri="{FF2B5EF4-FFF2-40B4-BE49-F238E27FC236}">
                    <a16:creationId xmlns:a16="http://schemas.microsoft.com/office/drawing/2014/main" id="{7291B91C-AF11-8BA1-6DC1-6AA379528B29}"/>
                  </a:ext>
                </a:extLst>
              </p:cNvPr>
              <p:cNvPicPr/>
              <p:nvPr/>
            </p:nvPicPr>
            <p:blipFill>
              <a:blip r:embed="rId9"/>
              <a:stretch>
                <a:fillRect/>
              </a:stretch>
            </p:blipFill>
            <p:spPr>
              <a:xfrm>
                <a:off x="14287120" y="7722448"/>
                <a:ext cx="258840" cy="353520"/>
              </a:xfrm>
              <a:prstGeom prst="rect">
                <a:avLst/>
              </a:prstGeom>
            </p:spPr>
          </p:pic>
        </mc:Fallback>
      </mc:AlternateContent>
      <p:sp>
        <p:nvSpPr>
          <p:cNvPr id="9" name="Text 15">
            <a:extLst>
              <a:ext uri="{FF2B5EF4-FFF2-40B4-BE49-F238E27FC236}">
                <a16:creationId xmlns:a16="http://schemas.microsoft.com/office/drawing/2014/main" id="{0680B3E5-ED03-C377-0217-E125F400E59B}"/>
              </a:ext>
            </a:extLst>
          </p:cNvPr>
          <p:cNvSpPr/>
          <p:nvPr/>
        </p:nvSpPr>
        <p:spPr>
          <a:xfrm>
            <a:off x="926826" y="5097002"/>
            <a:ext cx="3511748" cy="300990"/>
          </a:xfrm>
          <a:prstGeom prst="rect">
            <a:avLst/>
          </a:prstGeom>
          <a:noFill/>
          <a:ln/>
        </p:spPr>
        <p:txBody>
          <a:bodyPr wrap="none" lIns="0" tIns="0" rIns="0" bIns="0" rtlCol="0" anchor="t"/>
          <a:lstStyle/>
          <a:p>
            <a:pPr>
              <a:lnSpc>
                <a:spcPts val="2350"/>
              </a:lnSpc>
            </a:pPr>
            <a:r>
              <a:rPr lang="en-US" sz="2200" b="1">
                <a:solidFill>
                  <a:srgbClr val="FFFFFF"/>
                </a:solidFill>
                <a:latin typeface="Inter Tight Medium"/>
                <a:ea typeface="Inter Tight Medium"/>
                <a:cs typeface="Inter Tight Medium"/>
              </a:rPr>
              <a:t>Multi Class Classification :</a:t>
            </a:r>
            <a:endParaRPr lang="en-US" sz="2200">
              <a:latin typeface="Inter Tight Medium"/>
              <a:ea typeface="Inter Tight Medium"/>
              <a:cs typeface="Inter Tight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722233" y="594717"/>
            <a:ext cx="6807756" cy="816888"/>
          </a:xfrm>
          <a:prstGeom prst="rect">
            <a:avLst/>
          </a:prstGeom>
          <a:noFill/>
          <a:ln/>
        </p:spPr>
        <p:txBody>
          <a:bodyPr wrap="none" lIns="0" tIns="0" rIns="0" bIns="0" rtlCol="0" anchor="t"/>
          <a:lstStyle/>
          <a:p>
            <a:pPr marL="0" indent="0" algn="l">
              <a:lnSpc>
                <a:spcPts val="6400"/>
              </a:lnSpc>
              <a:buNone/>
            </a:pPr>
            <a:r>
              <a:rPr lang="en-US" sz="5350">
                <a:solidFill>
                  <a:srgbClr val="FFFFFF"/>
                </a:solidFill>
                <a:latin typeface="Inter Tight Medium"/>
                <a:ea typeface="Inter Tight Medium"/>
                <a:cs typeface="Inter Tight Medium"/>
              </a:rPr>
              <a:t>Tools &amp; Technologies:</a:t>
            </a:r>
            <a:endParaRPr lang="en-US" sz="5350"/>
          </a:p>
        </p:txBody>
      </p:sp>
      <p:sp>
        <p:nvSpPr>
          <p:cNvPr id="3" name="Text 1"/>
          <p:cNvSpPr/>
          <p:nvPr/>
        </p:nvSpPr>
        <p:spPr>
          <a:xfrm>
            <a:off x="722233" y="1784033"/>
            <a:ext cx="13185934" cy="229314"/>
          </a:xfrm>
          <a:prstGeom prst="rect">
            <a:avLst/>
          </a:prstGeom>
          <a:noFill/>
          <a:ln/>
        </p:spPr>
        <p:txBody>
          <a:bodyPr wrap="none" lIns="0" tIns="0" rIns="0" bIns="0" rtlCol="0" anchor="t"/>
          <a:lstStyle/>
          <a:p>
            <a:pPr marL="0" indent="0" algn="l">
              <a:lnSpc>
                <a:spcPts val="1800"/>
              </a:lnSpc>
              <a:buNone/>
            </a:pPr>
            <a:r>
              <a:rPr lang="en-US" sz="1500">
                <a:solidFill>
                  <a:srgbClr val="B5B5B5"/>
                </a:solidFill>
                <a:latin typeface="Inter Tight" pitchFamily="34" charset="0"/>
                <a:ea typeface="Inter Tight" pitchFamily="34" charset="-122"/>
                <a:cs typeface="Inter Tight" pitchFamily="34" charset="-120"/>
              </a:rPr>
              <a:t>A modern, industry-standard technology stack powering every stage — from data ingestion to model deployment and interactive visualization.</a:t>
            </a:r>
            <a:endParaRPr lang="en-US" sz="1500"/>
          </a:p>
        </p:txBody>
      </p:sp>
      <p:sp>
        <p:nvSpPr>
          <p:cNvPr id="4" name="Shape 2"/>
          <p:cNvSpPr/>
          <p:nvPr/>
        </p:nvSpPr>
        <p:spPr>
          <a:xfrm>
            <a:off x="722233" y="2222778"/>
            <a:ext cx="4271129" cy="2612946"/>
          </a:xfrm>
          <a:prstGeom prst="roundRect">
            <a:avLst>
              <a:gd name="adj" fmla="val 6753"/>
            </a:avLst>
          </a:prstGeom>
          <a:solidFill>
            <a:srgbClr val="1F1F1F"/>
          </a:solidFill>
          <a:ln w="7620">
            <a:solidFill>
              <a:srgbClr val="383838"/>
            </a:solidFill>
            <a:prstDash val="solid"/>
          </a:ln>
        </p:spPr>
        <p:txBody>
          <a:bodyPr/>
          <a:lstStyle/>
          <a:p>
            <a:endParaRPr lang="en-US"/>
          </a:p>
        </p:txBody>
      </p:sp>
      <p:sp>
        <p:nvSpPr>
          <p:cNvPr id="5" name="Shape 3"/>
          <p:cNvSpPr/>
          <p:nvPr/>
        </p:nvSpPr>
        <p:spPr>
          <a:xfrm>
            <a:off x="2563654" y="2426375"/>
            <a:ext cx="588169" cy="588169"/>
          </a:xfrm>
          <a:prstGeom prst="roundRect">
            <a:avLst>
              <a:gd name="adj" fmla="val 15544997"/>
            </a:avLst>
          </a:prstGeom>
          <a:solidFill>
            <a:srgbClr val="FE6A03"/>
          </a:solidFill>
          <a:ln/>
        </p:spPr>
        <p:txBody>
          <a:bodyPr/>
          <a:lstStyle/>
          <a:p>
            <a:endParaRPr lang="en-US"/>
          </a:p>
        </p:txBody>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2725341" y="2588062"/>
            <a:ext cx="264676" cy="264676"/>
          </a:xfrm>
          <a:prstGeom prst="rect">
            <a:avLst/>
          </a:prstGeom>
        </p:spPr>
      </p:pic>
      <p:sp>
        <p:nvSpPr>
          <p:cNvPr id="7" name="Text 4"/>
          <p:cNvSpPr/>
          <p:nvPr/>
        </p:nvSpPr>
        <p:spPr>
          <a:xfrm>
            <a:off x="1155859" y="3200757"/>
            <a:ext cx="3403878" cy="408384"/>
          </a:xfrm>
          <a:prstGeom prst="rect">
            <a:avLst/>
          </a:prstGeom>
          <a:noFill/>
          <a:ln/>
        </p:spPr>
        <p:txBody>
          <a:bodyPr wrap="none" lIns="0" tIns="0" rIns="0" bIns="0" rtlCol="0" anchor="t"/>
          <a:lstStyle/>
          <a:p>
            <a:pPr marL="0" indent="0" algn="ctr">
              <a:lnSpc>
                <a:spcPts val="3200"/>
              </a:lnSpc>
              <a:buNone/>
            </a:pPr>
            <a:r>
              <a:rPr lang="en-US" sz="3200">
                <a:solidFill>
                  <a:srgbClr val="B5B5B5"/>
                </a:solidFill>
                <a:latin typeface="Inter Tight Medium" pitchFamily="34" charset="0"/>
                <a:ea typeface="Inter Tight Medium" pitchFamily="34" charset="-122"/>
                <a:cs typeface="Inter Tight Medium" pitchFamily="34" charset="-120"/>
              </a:rPr>
              <a:t>Language</a:t>
            </a:r>
            <a:endParaRPr lang="en-US" sz="3200"/>
          </a:p>
        </p:txBody>
      </p:sp>
      <p:sp>
        <p:nvSpPr>
          <p:cNvPr id="8" name="Text 5"/>
          <p:cNvSpPr/>
          <p:nvPr/>
        </p:nvSpPr>
        <p:spPr>
          <a:xfrm>
            <a:off x="925830" y="3720822"/>
            <a:ext cx="3863935" cy="681990"/>
          </a:xfrm>
          <a:prstGeom prst="rect">
            <a:avLst/>
          </a:prstGeom>
          <a:noFill/>
          <a:ln/>
        </p:spPr>
        <p:txBody>
          <a:bodyPr wrap="none" lIns="0" tIns="0" rIns="0" bIns="0" rtlCol="0" anchor="t"/>
          <a:lstStyle/>
          <a:p>
            <a:pPr marL="0" indent="0" algn="ctr">
              <a:lnSpc>
                <a:spcPts val="1800"/>
              </a:lnSpc>
              <a:buNone/>
            </a:pPr>
            <a:r>
              <a:rPr lang="en-US">
                <a:solidFill>
                  <a:srgbClr val="B5B5B5"/>
                </a:solidFill>
                <a:latin typeface="Inter Tight" pitchFamily="34" charset="0"/>
                <a:ea typeface="Inter Tight" pitchFamily="34" charset="-122"/>
                <a:cs typeface="Inter Tight" pitchFamily="34" charset="-120"/>
              </a:rPr>
              <a:t>Python </a:t>
            </a:r>
            <a:endParaRPr lang="en-US"/>
          </a:p>
        </p:txBody>
      </p:sp>
      <p:sp>
        <p:nvSpPr>
          <p:cNvPr id="9" name="Shape 6"/>
          <p:cNvSpPr/>
          <p:nvPr/>
        </p:nvSpPr>
        <p:spPr>
          <a:xfrm>
            <a:off x="5179576" y="2222778"/>
            <a:ext cx="4271129" cy="2612946"/>
          </a:xfrm>
          <a:prstGeom prst="roundRect">
            <a:avLst>
              <a:gd name="adj" fmla="val 6753"/>
            </a:avLst>
          </a:prstGeom>
          <a:solidFill>
            <a:srgbClr val="1F1F1F"/>
          </a:solidFill>
          <a:ln w="7620">
            <a:solidFill>
              <a:srgbClr val="383838"/>
            </a:solidFill>
            <a:prstDash val="solid"/>
          </a:ln>
        </p:spPr>
        <p:txBody>
          <a:bodyPr/>
          <a:lstStyle/>
          <a:p>
            <a:endParaRPr lang="en-US"/>
          </a:p>
        </p:txBody>
      </p:sp>
      <p:sp>
        <p:nvSpPr>
          <p:cNvPr id="10" name="Shape 7"/>
          <p:cNvSpPr/>
          <p:nvPr/>
        </p:nvSpPr>
        <p:spPr>
          <a:xfrm>
            <a:off x="7020997" y="2426375"/>
            <a:ext cx="588169" cy="588169"/>
          </a:xfrm>
          <a:prstGeom prst="roundRect">
            <a:avLst>
              <a:gd name="adj" fmla="val 15544997"/>
            </a:avLst>
          </a:prstGeom>
          <a:solidFill>
            <a:srgbClr val="FE6A03"/>
          </a:solidFill>
          <a:ln/>
        </p:spPr>
        <p:txBody>
          <a:bodyPr/>
          <a:lstStyle/>
          <a:p>
            <a:endParaRPr lang="en-US"/>
          </a:p>
        </p:txBody>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182683" y="2588062"/>
            <a:ext cx="264676" cy="264676"/>
          </a:xfrm>
          <a:prstGeom prst="rect">
            <a:avLst/>
          </a:prstGeom>
        </p:spPr>
      </p:pic>
      <p:sp>
        <p:nvSpPr>
          <p:cNvPr id="12" name="Text 8"/>
          <p:cNvSpPr/>
          <p:nvPr/>
        </p:nvSpPr>
        <p:spPr>
          <a:xfrm>
            <a:off x="5613202" y="3200757"/>
            <a:ext cx="3403878" cy="408384"/>
          </a:xfrm>
          <a:prstGeom prst="rect">
            <a:avLst/>
          </a:prstGeom>
          <a:noFill/>
          <a:ln/>
        </p:spPr>
        <p:txBody>
          <a:bodyPr wrap="none" lIns="0" tIns="0" rIns="0" bIns="0" rtlCol="0" anchor="t"/>
          <a:lstStyle/>
          <a:p>
            <a:pPr marL="0" indent="0" algn="ctr">
              <a:lnSpc>
                <a:spcPts val="3200"/>
              </a:lnSpc>
              <a:buNone/>
            </a:pPr>
            <a:r>
              <a:rPr lang="en-US" sz="3200">
                <a:solidFill>
                  <a:srgbClr val="B5B5B5"/>
                </a:solidFill>
                <a:latin typeface="Inter Tight Medium" pitchFamily="34" charset="0"/>
                <a:ea typeface="Inter Tight Medium" pitchFamily="34" charset="-122"/>
                <a:cs typeface="Inter Tight Medium" pitchFamily="34" charset="-120"/>
              </a:rPr>
              <a:t>ML Libraries</a:t>
            </a:r>
            <a:endParaRPr lang="en-US" sz="3200"/>
          </a:p>
        </p:txBody>
      </p:sp>
      <p:sp>
        <p:nvSpPr>
          <p:cNvPr id="13" name="Text 9"/>
          <p:cNvSpPr/>
          <p:nvPr/>
        </p:nvSpPr>
        <p:spPr>
          <a:xfrm>
            <a:off x="5383173" y="3720822"/>
            <a:ext cx="3863935" cy="681990"/>
          </a:xfrm>
          <a:prstGeom prst="rect">
            <a:avLst/>
          </a:prstGeom>
          <a:noFill/>
          <a:ln/>
        </p:spPr>
        <p:txBody>
          <a:bodyPr wrap="none" lIns="0" tIns="0" rIns="0" bIns="0" rtlCol="0" anchor="t"/>
          <a:lstStyle/>
          <a:p>
            <a:pPr marL="0" indent="0" algn="ctr">
              <a:lnSpc>
                <a:spcPts val="1800"/>
              </a:lnSpc>
              <a:buNone/>
            </a:pPr>
            <a:r>
              <a:rPr lang="en-US">
                <a:solidFill>
                  <a:srgbClr val="B5B5B5"/>
                </a:solidFill>
                <a:latin typeface="Inter Tight" pitchFamily="34" charset="0"/>
                <a:ea typeface="Inter Tight" pitchFamily="34" charset="-122"/>
                <a:cs typeface="Inter Tight" pitchFamily="34" charset="-120"/>
              </a:rPr>
              <a:t>Scikit-learn</a:t>
            </a:r>
            <a:endParaRPr lang="en-US"/>
          </a:p>
        </p:txBody>
      </p:sp>
      <p:sp>
        <p:nvSpPr>
          <p:cNvPr id="14" name="Text 10"/>
          <p:cNvSpPr/>
          <p:nvPr/>
        </p:nvSpPr>
        <p:spPr>
          <a:xfrm>
            <a:off x="5383173" y="4061817"/>
            <a:ext cx="3863935" cy="229314"/>
          </a:xfrm>
          <a:prstGeom prst="rect">
            <a:avLst/>
          </a:prstGeom>
          <a:noFill/>
          <a:ln/>
        </p:spPr>
        <p:txBody>
          <a:bodyPr wrap="none" lIns="0" tIns="0" rIns="0" bIns="0" rtlCol="0" anchor="t"/>
          <a:lstStyle/>
          <a:p>
            <a:pPr marL="0" indent="0" algn="ctr">
              <a:lnSpc>
                <a:spcPts val="1800"/>
              </a:lnSpc>
              <a:buNone/>
            </a:pPr>
            <a:r>
              <a:rPr lang="en-US">
                <a:solidFill>
                  <a:srgbClr val="B5B5B5"/>
                </a:solidFill>
                <a:latin typeface="Inter Tight" pitchFamily="34" charset="0"/>
                <a:ea typeface="Inter Tight" pitchFamily="34" charset="-122"/>
                <a:cs typeface="Inter Tight" pitchFamily="34" charset="-120"/>
              </a:rPr>
              <a:t>Stream lit</a:t>
            </a:r>
            <a:endParaRPr lang="en-US"/>
          </a:p>
        </p:txBody>
      </p:sp>
      <p:sp>
        <p:nvSpPr>
          <p:cNvPr id="15" name="Text 11"/>
          <p:cNvSpPr/>
          <p:nvPr/>
        </p:nvSpPr>
        <p:spPr>
          <a:xfrm>
            <a:off x="5383173" y="4402812"/>
            <a:ext cx="3863935" cy="229314"/>
          </a:xfrm>
          <a:prstGeom prst="rect">
            <a:avLst/>
          </a:prstGeom>
          <a:noFill/>
          <a:ln/>
        </p:spPr>
        <p:txBody>
          <a:bodyPr wrap="none" lIns="0" tIns="0" rIns="0" bIns="0" rtlCol="0" anchor="t"/>
          <a:lstStyle/>
          <a:p>
            <a:pPr marL="0" indent="0" algn="ctr">
              <a:lnSpc>
                <a:spcPts val="1800"/>
              </a:lnSpc>
              <a:buNone/>
            </a:pPr>
            <a:endParaRPr lang="en-US" sz="1500"/>
          </a:p>
        </p:txBody>
      </p:sp>
      <p:sp>
        <p:nvSpPr>
          <p:cNvPr id="16" name="Shape 12"/>
          <p:cNvSpPr/>
          <p:nvPr/>
        </p:nvSpPr>
        <p:spPr>
          <a:xfrm>
            <a:off x="9636919" y="2222778"/>
            <a:ext cx="4271248" cy="2612946"/>
          </a:xfrm>
          <a:prstGeom prst="roundRect">
            <a:avLst>
              <a:gd name="adj" fmla="val 6753"/>
            </a:avLst>
          </a:prstGeom>
          <a:solidFill>
            <a:srgbClr val="1F1F1F"/>
          </a:solidFill>
          <a:ln w="7620">
            <a:solidFill>
              <a:srgbClr val="383838"/>
            </a:solidFill>
            <a:prstDash val="solid"/>
          </a:ln>
        </p:spPr>
        <p:txBody>
          <a:bodyPr/>
          <a:lstStyle/>
          <a:p>
            <a:endParaRPr lang="en-US"/>
          </a:p>
        </p:txBody>
      </p:sp>
      <p:sp>
        <p:nvSpPr>
          <p:cNvPr id="17" name="Shape 13"/>
          <p:cNvSpPr/>
          <p:nvPr/>
        </p:nvSpPr>
        <p:spPr>
          <a:xfrm>
            <a:off x="11478458" y="2426375"/>
            <a:ext cx="588169" cy="588169"/>
          </a:xfrm>
          <a:prstGeom prst="roundRect">
            <a:avLst>
              <a:gd name="adj" fmla="val 15544997"/>
            </a:avLst>
          </a:prstGeom>
          <a:solidFill>
            <a:srgbClr val="FE6A03"/>
          </a:solidFill>
          <a:ln/>
        </p:spPr>
        <p:txBody>
          <a:bodyPr/>
          <a:lstStyle/>
          <a:p>
            <a:endParaRPr lang="en-US"/>
          </a:p>
        </p:txBody>
      </p:sp>
      <p:pic>
        <p:nvPicPr>
          <p:cNvPr id="18"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1640145" y="2588062"/>
            <a:ext cx="264676" cy="264676"/>
          </a:xfrm>
          <a:prstGeom prst="rect">
            <a:avLst/>
          </a:prstGeom>
        </p:spPr>
      </p:pic>
      <p:sp>
        <p:nvSpPr>
          <p:cNvPr id="19" name="Text 14"/>
          <p:cNvSpPr/>
          <p:nvPr/>
        </p:nvSpPr>
        <p:spPr>
          <a:xfrm>
            <a:off x="10070544" y="3200757"/>
            <a:ext cx="3403878" cy="408384"/>
          </a:xfrm>
          <a:prstGeom prst="rect">
            <a:avLst/>
          </a:prstGeom>
          <a:noFill/>
          <a:ln/>
        </p:spPr>
        <p:txBody>
          <a:bodyPr wrap="none" lIns="0" tIns="0" rIns="0" bIns="0" rtlCol="0" anchor="t"/>
          <a:lstStyle/>
          <a:p>
            <a:pPr marL="0" indent="0" algn="ctr">
              <a:lnSpc>
                <a:spcPts val="3200"/>
              </a:lnSpc>
              <a:buNone/>
            </a:pPr>
            <a:r>
              <a:rPr lang="en-US" sz="3200">
                <a:solidFill>
                  <a:srgbClr val="B5B5B5"/>
                </a:solidFill>
                <a:latin typeface="Inter Tight Medium" pitchFamily="34" charset="0"/>
                <a:ea typeface="Inter Tight Medium" pitchFamily="34" charset="-122"/>
                <a:cs typeface="Inter Tight Medium" pitchFamily="34" charset="-120"/>
              </a:rPr>
              <a:t>Data Tools</a:t>
            </a:r>
            <a:endParaRPr lang="en-US" sz="3200"/>
          </a:p>
        </p:txBody>
      </p:sp>
      <p:sp>
        <p:nvSpPr>
          <p:cNvPr id="20" name="Text 15"/>
          <p:cNvSpPr/>
          <p:nvPr/>
        </p:nvSpPr>
        <p:spPr>
          <a:xfrm>
            <a:off x="9840516" y="3720822"/>
            <a:ext cx="3864054" cy="229314"/>
          </a:xfrm>
          <a:prstGeom prst="rect">
            <a:avLst/>
          </a:prstGeom>
          <a:noFill/>
          <a:ln/>
        </p:spPr>
        <p:txBody>
          <a:bodyPr wrap="none" lIns="0" tIns="0" rIns="0" bIns="0" rtlCol="0" anchor="t"/>
          <a:lstStyle/>
          <a:p>
            <a:pPr marL="0" indent="0" algn="ctr">
              <a:lnSpc>
                <a:spcPts val="1800"/>
              </a:lnSpc>
              <a:buNone/>
            </a:pPr>
            <a:r>
              <a:rPr lang="en-US">
                <a:solidFill>
                  <a:srgbClr val="B5B5B5"/>
                </a:solidFill>
                <a:latin typeface="Inter Tight" pitchFamily="34" charset="0"/>
                <a:ea typeface="Inter Tight" pitchFamily="34" charset="-122"/>
                <a:cs typeface="Inter Tight" pitchFamily="34" charset="-120"/>
              </a:rPr>
              <a:t>Pandas</a:t>
            </a:r>
            <a:endParaRPr lang="en-US"/>
          </a:p>
        </p:txBody>
      </p:sp>
      <p:sp>
        <p:nvSpPr>
          <p:cNvPr id="21" name="Text 16"/>
          <p:cNvSpPr/>
          <p:nvPr/>
        </p:nvSpPr>
        <p:spPr>
          <a:xfrm>
            <a:off x="9840516" y="4061817"/>
            <a:ext cx="3864054" cy="229314"/>
          </a:xfrm>
          <a:prstGeom prst="rect">
            <a:avLst/>
          </a:prstGeom>
          <a:noFill/>
          <a:ln/>
        </p:spPr>
        <p:txBody>
          <a:bodyPr wrap="none" lIns="0" tIns="0" rIns="0" bIns="0" rtlCol="0" anchor="t"/>
          <a:lstStyle/>
          <a:p>
            <a:pPr marL="0" indent="0" algn="ctr">
              <a:lnSpc>
                <a:spcPts val="1800"/>
              </a:lnSpc>
              <a:buNone/>
            </a:pPr>
            <a:r>
              <a:rPr lang="en-US">
                <a:solidFill>
                  <a:srgbClr val="B5B5B5"/>
                </a:solidFill>
                <a:latin typeface="Inter Tight" pitchFamily="34" charset="0"/>
                <a:ea typeface="Inter Tight" pitchFamily="34" charset="-122"/>
                <a:cs typeface="Inter Tight" pitchFamily="34" charset="-120"/>
              </a:rPr>
              <a:t>NumPy</a:t>
            </a:r>
            <a:endParaRPr lang="en-US"/>
          </a:p>
        </p:txBody>
      </p:sp>
      <p:sp>
        <p:nvSpPr>
          <p:cNvPr id="22" name="Text 17"/>
          <p:cNvSpPr/>
          <p:nvPr/>
        </p:nvSpPr>
        <p:spPr>
          <a:xfrm>
            <a:off x="9840516" y="4402812"/>
            <a:ext cx="3864054" cy="229314"/>
          </a:xfrm>
          <a:prstGeom prst="rect">
            <a:avLst/>
          </a:prstGeom>
          <a:noFill/>
          <a:ln/>
        </p:spPr>
        <p:txBody>
          <a:bodyPr wrap="none" lIns="0" tIns="0" rIns="0" bIns="0" rtlCol="0" anchor="t"/>
          <a:lstStyle/>
          <a:p>
            <a:pPr marL="0" indent="0" algn="ctr">
              <a:lnSpc>
                <a:spcPts val="1800"/>
              </a:lnSpc>
              <a:buNone/>
            </a:pPr>
            <a:endParaRPr lang="en-US" sz="1500"/>
          </a:p>
        </p:txBody>
      </p:sp>
      <p:sp>
        <p:nvSpPr>
          <p:cNvPr id="23" name="Shape 18"/>
          <p:cNvSpPr/>
          <p:nvPr/>
        </p:nvSpPr>
        <p:spPr>
          <a:xfrm>
            <a:off x="722233" y="5021937"/>
            <a:ext cx="4271129" cy="2612946"/>
          </a:xfrm>
          <a:prstGeom prst="roundRect">
            <a:avLst>
              <a:gd name="adj" fmla="val 6753"/>
            </a:avLst>
          </a:prstGeom>
          <a:solidFill>
            <a:srgbClr val="1F1F1F"/>
          </a:solidFill>
          <a:ln w="7620">
            <a:solidFill>
              <a:srgbClr val="383838"/>
            </a:solidFill>
            <a:prstDash val="solid"/>
          </a:ln>
        </p:spPr>
        <p:txBody>
          <a:bodyPr/>
          <a:lstStyle/>
          <a:p>
            <a:endParaRPr lang="en-US"/>
          </a:p>
        </p:txBody>
      </p:sp>
      <p:sp>
        <p:nvSpPr>
          <p:cNvPr id="24" name="Shape 19"/>
          <p:cNvSpPr/>
          <p:nvPr/>
        </p:nvSpPr>
        <p:spPr>
          <a:xfrm>
            <a:off x="2563654" y="5225534"/>
            <a:ext cx="588169" cy="588169"/>
          </a:xfrm>
          <a:prstGeom prst="roundRect">
            <a:avLst>
              <a:gd name="adj" fmla="val 15544997"/>
            </a:avLst>
          </a:prstGeom>
          <a:solidFill>
            <a:srgbClr val="FE6A03"/>
          </a:solidFill>
          <a:ln/>
        </p:spPr>
        <p:txBody>
          <a:bodyPr/>
          <a:lstStyle/>
          <a:p>
            <a:endParaRPr lang="en-US"/>
          </a:p>
        </p:txBody>
      </p:sp>
      <p:pic>
        <p:nvPicPr>
          <p:cNvPr id="25"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2725341" y="5387221"/>
            <a:ext cx="264676" cy="264676"/>
          </a:xfrm>
          <a:prstGeom prst="rect">
            <a:avLst/>
          </a:prstGeom>
        </p:spPr>
      </p:pic>
      <p:sp>
        <p:nvSpPr>
          <p:cNvPr id="26" name="Text 20"/>
          <p:cNvSpPr/>
          <p:nvPr/>
        </p:nvSpPr>
        <p:spPr>
          <a:xfrm>
            <a:off x="1155859" y="5999917"/>
            <a:ext cx="3403878" cy="408384"/>
          </a:xfrm>
          <a:prstGeom prst="rect">
            <a:avLst/>
          </a:prstGeom>
          <a:noFill/>
          <a:ln/>
        </p:spPr>
        <p:txBody>
          <a:bodyPr wrap="none" lIns="0" tIns="0" rIns="0" bIns="0" rtlCol="0" anchor="t"/>
          <a:lstStyle/>
          <a:p>
            <a:pPr marL="0" indent="0" algn="ctr">
              <a:lnSpc>
                <a:spcPts val="3200"/>
              </a:lnSpc>
              <a:buNone/>
            </a:pPr>
            <a:r>
              <a:rPr lang="en-US" sz="3200">
                <a:solidFill>
                  <a:srgbClr val="B5B5B5"/>
                </a:solidFill>
                <a:latin typeface="Inter Tight Medium" pitchFamily="34" charset="0"/>
                <a:ea typeface="Inter Tight Medium" pitchFamily="34" charset="-122"/>
                <a:cs typeface="Inter Tight Medium" pitchFamily="34" charset="-120"/>
              </a:rPr>
              <a:t>Visualization</a:t>
            </a:r>
            <a:endParaRPr lang="en-US" sz="3200"/>
          </a:p>
        </p:txBody>
      </p:sp>
      <p:sp>
        <p:nvSpPr>
          <p:cNvPr id="27" name="Text 21"/>
          <p:cNvSpPr/>
          <p:nvPr/>
        </p:nvSpPr>
        <p:spPr>
          <a:xfrm>
            <a:off x="925830" y="6519982"/>
            <a:ext cx="3863935" cy="229314"/>
          </a:xfrm>
          <a:prstGeom prst="rect">
            <a:avLst/>
          </a:prstGeom>
          <a:noFill/>
          <a:ln/>
        </p:spPr>
        <p:txBody>
          <a:bodyPr wrap="none" lIns="0" tIns="0" rIns="0" bIns="0" rtlCol="0" anchor="t"/>
          <a:lstStyle/>
          <a:p>
            <a:pPr marL="0" indent="0" algn="ctr">
              <a:lnSpc>
                <a:spcPts val="1800"/>
              </a:lnSpc>
              <a:buNone/>
            </a:pPr>
            <a:r>
              <a:rPr lang="en-US">
                <a:solidFill>
                  <a:srgbClr val="B5B5B5"/>
                </a:solidFill>
                <a:latin typeface="Inter Tight" pitchFamily="34" charset="0"/>
                <a:ea typeface="Inter Tight" pitchFamily="34" charset="-122"/>
                <a:cs typeface="Inter Tight" pitchFamily="34" charset="-120"/>
              </a:rPr>
              <a:t>Matplotlib</a:t>
            </a:r>
            <a:endParaRPr lang="en-US"/>
          </a:p>
        </p:txBody>
      </p:sp>
      <p:sp>
        <p:nvSpPr>
          <p:cNvPr id="28" name="Text 22"/>
          <p:cNvSpPr/>
          <p:nvPr/>
        </p:nvSpPr>
        <p:spPr>
          <a:xfrm>
            <a:off x="925830" y="6860977"/>
            <a:ext cx="3863935" cy="229314"/>
          </a:xfrm>
          <a:prstGeom prst="rect">
            <a:avLst/>
          </a:prstGeom>
          <a:noFill/>
          <a:ln/>
        </p:spPr>
        <p:txBody>
          <a:bodyPr wrap="none" lIns="0" tIns="0" rIns="0" bIns="0" rtlCol="0" anchor="t"/>
          <a:lstStyle/>
          <a:p>
            <a:pPr marL="0" indent="0" algn="ctr">
              <a:lnSpc>
                <a:spcPts val="1800"/>
              </a:lnSpc>
              <a:buNone/>
            </a:pPr>
            <a:r>
              <a:rPr lang="en-US">
                <a:solidFill>
                  <a:srgbClr val="B5B5B5"/>
                </a:solidFill>
                <a:latin typeface="Inter Tight" pitchFamily="34" charset="0"/>
                <a:ea typeface="Inter Tight" pitchFamily="34" charset="-122"/>
                <a:cs typeface="Inter Tight" pitchFamily="34" charset="-120"/>
              </a:rPr>
              <a:t>Seaborn</a:t>
            </a:r>
            <a:endParaRPr lang="en-US"/>
          </a:p>
        </p:txBody>
      </p:sp>
      <p:sp>
        <p:nvSpPr>
          <p:cNvPr id="29" name="Text 23"/>
          <p:cNvSpPr/>
          <p:nvPr/>
        </p:nvSpPr>
        <p:spPr>
          <a:xfrm>
            <a:off x="925830" y="7201972"/>
            <a:ext cx="3863935" cy="229314"/>
          </a:xfrm>
          <a:prstGeom prst="rect">
            <a:avLst/>
          </a:prstGeom>
          <a:noFill/>
          <a:ln/>
        </p:spPr>
        <p:txBody>
          <a:bodyPr wrap="none" lIns="0" tIns="0" rIns="0" bIns="0" rtlCol="0" anchor="t"/>
          <a:lstStyle/>
          <a:p>
            <a:pPr marL="0" indent="0" algn="ctr">
              <a:lnSpc>
                <a:spcPts val="1800"/>
              </a:lnSpc>
              <a:buNone/>
            </a:pPr>
            <a:endParaRPr lang="en-US" sz="1500"/>
          </a:p>
        </p:txBody>
      </p:sp>
      <p:sp>
        <p:nvSpPr>
          <p:cNvPr id="30" name="Shape 24"/>
          <p:cNvSpPr/>
          <p:nvPr/>
        </p:nvSpPr>
        <p:spPr>
          <a:xfrm>
            <a:off x="5179576" y="5021937"/>
            <a:ext cx="4271129" cy="2612946"/>
          </a:xfrm>
          <a:prstGeom prst="roundRect">
            <a:avLst>
              <a:gd name="adj" fmla="val 6753"/>
            </a:avLst>
          </a:prstGeom>
          <a:solidFill>
            <a:srgbClr val="1F1F1F"/>
          </a:solidFill>
          <a:ln w="7620">
            <a:solidFill>
              <a:srgbClr val="383838"/>
            </a:solidFill>
            <a:prstDash val="solid"/>
          </a:ln>
        </p:spPr>
        <p:txBody>
          <a:bodyPr/>
          <a:lstStyle/>
          <a:p>
            <a:endParaRPr lang="en-US"/>
          </a:p>
        </p:txBody>
      </p:sp>
      <p:sp>
        <p:nvSpPr>
          <p:cNvPr id="31" name="Shape 25"/>
          <p:cNvSpPr/>
          <p:nvPr/>
        </p:nvSpPr>
        <p:spPr>
          <a:xfrm>
            <a:off x="7020997" y="5225534"/>
            <a:ext cx="588169" cy="588169"/>
          </a:xfrm>
          <a:prstGeom prst="roundRect">
            <a:avLst>
              <a:gd name="adj" fmla="val 15544997"/>
            </a:avLst>
          </a:prstGeom>
          <a:solidFill>
            <a:srgbClr val="FE6A03"/>
          </a:solidFill>
          <a:ln/>
        </p:spPr>
        <p:txBody>
          <a:bodyPr/>
          <a:lstStyle/>
          <a:p>
            <a:endParaRPr lang="en-US"/>
          </a:p>
        </p:txBody>
      </p:sp>
      <p:pic>
        <p:nvPicPr>
          <p:cNvPr id="32"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7182683" y="5387221"/>
            <a:ext cx="264676" cy="264676"/>
          </a:xfrm>
          <a:prstGeom prst="rect">
            <a:avLst/>
          </a:prstGeom>
        </p:spPr>
      </p:pic>
      <p:sp>
        <p:nvSpPr>
          <p:cNvPr id="33" name="Text 26"/>
          <p:cNvSpPr/>
          <p:nvPr/>
        </p:nvSpPr>
        <p:spPr>
          <a:xfrm>
            <a:off x="5613202" y="5999917"/>
            <a:ext cx="3403878" cy="408384"/>
          </a:xfrm>
          <a:prstGeom prst="rect">
            <a:avLst/>
          </a:prstGeom>
          <a:noFill/>
          <a:ln/>
        </p:spPr>
        <p:txBody>
          <a:bodyPr wrap="none" lIns="0" tIns="0" rIns="0" bIns="0" rtlCol="0" anchor="t"/>
          <a:lstStyle/>
          <a:p>
            <a:pPr marL="0" indent="0" algn="ctr">
              <a:lnSpc>
                <a:spcPts val="3200"/>
              </a:lnSpc>
              <a:buNone/>
            </a:pPr>
            <a:r>
              <a:rPr lang="en-US" sz="3200">
                <a:solidFill>
                  <a:srgbClr val="B5B5B5"/>
                </a:solidFill>
                <a:latin typeface="Inter Tight Medium" pitchFamily="34" charset="0"/>
                <a:ea typeface="Inter Tight Medium" pitchFamily="34" charset="-122"/>
                <a:cs typeface="Inter Tight Medium" pitchFamily="34" charset="-120"/>
              </a:rPr>
              <a:t>Environment</a:t>
            </a:r>
            <a:endParaRPr lang="en-US" sz="3200"/>
          </a:p>
        </p:txBody>
      </p:sp>
      <p:sp>
        <p:nvSpPr>
          <p:cNvPr id="34" name="Text 27"/>
          <p:cNvSpPr/>
          <p:nvPr/>
        </p:nvSpPr>
        <p:spPr>
          <a:xfrm>
            <a:off x="5383173" y="6519982"/>
            <a:ext cx="3863935" cy="229314"/>
          </a:xfrm>
          <a:prstGeom prst="rect">
            <a:avLst/>
          </a:prstGeom>
          <a:noFill/>
          <a:ln/>
        </p:spPr>
        <p:txBody>
          <a:bodyPr wrap="none" lIns="0" tIns="0" rIns="0" bIns="0" rtlCol="0" anchor="t"/>
          <a:lstStyle/>
          <a:p>
            <a:pPr marL="0" indent="0" algn="ctr">
              <a:lnSpc>
                <a:spcPts val="1800"/>
              </a:lnSpc>
              <a:buNone/>
            </a:pPr>
            <a:r>
              <a:rPr lang="en-US">
                <a:solidFill>
                  <a:srgbClr val="B5B5B5"/>
                </a:solidFill>
                <a:latin typeface="Inter Tight" pitchFamily="34" charset="0"/>
                <a:ea typeface="Inter Tight" pitchFamily="34" charset="-122"/>
                <a:cs typeface="Inter Tight" pitchFamily="34" charset="-120"/>
              </a:rPr>
              <a:t>Jupyter Notebook</a:t>
            </a:r>
            <a:endParaRPr lang="en-US"/>
          </a:p>
        </p:txBody>
      </p:sp>
      <p:sp>
        <p:nvSpPr>
          <p:cNvPr id="35" name="Text 28"/>
          <p:cNvSpPr/>
          <p:nvPr/>
        </p:nvSpPr>
        <p:spPr>
          <a:xfrm>
            <a:off x="5383173" y="6860977"/>
            <a:ext cx="3863935" cy="229314"/>
          </a:xfrm>
          <a:prstGeom prst="rect">
            <a:avLst/>
          </a:prstGeom>
          <a:noFill/>
          <a:ln/>
        </p:spPr>
        <p:txBody>
          <a:bodyPr wrap="none" lIns="0" tIns="0" rIns="0" bIns="0" rtlCol="0" anchor="t"/>
          <a:lstStyle/>
          <a:p>
            <a:pPr marL="0" indent="0" algn="ctr">
              <a:lnSpc>
                <a:spcPts val="1800"/>
              </a:lnSpc>
              <a:buNone/>
            </a:pPr>
            <a:r>
              <a:rPr lang="en-US">
                <a:solidFill>
                  <a:srgbClr val="B5B5B5"/>
                </a:solidFill>
                <a:latin typeface="Inter Tight" pitchFamily="34" charset="0"/>
                <a:ea typeface="Inter Tight" pitchFamily="34" charset="-122"/>
                <a:cs typeface="Inter Tight" pitchFamily="34" charset="-120"/>
              </a:rPr>
              <a:t>VS Code</a:t>
            </a:r>
            <a:endParaRPr lang="en-US"/>
          </a:p>
        </p:txBody>
      </p:sp>
      <p:sp>
        <p:nvSpPr>
          <p:cNvPr id="36" name="Text 29"/>
          <p:cNvSpPr/>
          <p:nvPr/>
        </p:nvSpPr>
        <p:spPr>
          <a:xfrm>
            <a:off x="5383173" y="7201972"/>
            <a:ext cx="3863935" cy="229314"/>
          </a:xfrm>
          <a:prstGeom prst="rect">
            <a:avLst/>
          </a:prstGeom>
          <a:noFill/>
          <a:ln/>
        </p:spPr>
        <p:txBody>
          <a:bodyPr wrap="none" lIns="0" tIns="0" rIns="0" bIns="0" rtlCol="0" anchor="t"/>
          <a:lstStyle/>
          <a:p>
            <a:pPr marL="0" indent="0" algn="ctr">
              <a:lnSpc>
                <a:spcPts val="1800"/>
              </a:lnSpc>
              <a:buNone/>
            </a:pPr>
            <a:r>
              <a:rPr lang="en-US">
                <a:solidFill>
                  <a:srgbClr val="B5B5B5"/>
                </a:solidFill>
                <a:latin typeface="Inter Tight" pitchFamily="34" charset="0"/>
                <a:ea typeface="Inter Tight" pitchFamily="34" charset="-122"/>
                <a:cs typeface="Inter Tight" pitchFamily="34" charset="-120"/>
              </a:rPr>
              <a:t>Google Colab</a:t>
            </a:r>
            <a:endParaRPr lang="en-US"/>
          </a:p>
        </p:txBody>
      </p:sp>
      <p:sp>
        <p:nvSpPr>
          <p:cNvPr id="37" name="Shape 30"/>
          <p:cNvSpPr/>
          <p:nvPr/>
        </p:nvSpPr>
        <p:spPr>
          <a:xfrm>
            <a:off x="9636919" y="5021937"/>
            <a:ext cx="4271248" cy="2612946"/>
          </a:xfrm>
          <a:prstGeom prst="roundRect">
            <a:avLst>
              <a:gd name="adj" fmla="val 6753"/>
            </a:avLst>
          </a:prstGeom>
          <a:solidFill>
            <a:srgbClr val="1F1F1F"/>
          </a:solidFill>
          <a:ln w="7620">
            <a:solidFill>
              <a:srgbClr val="383838"/>
            </a:solidFill>
            <a:prstDash val="solid"/>
          </a:ln>
        </p:spPr>
        <p:txBody>
          <a:bodyPr/>
          <a:lstStyle/>
          <a:p>
            <a:endParaRPr lang="en-US"/>
          </a:p>
        </p:txBody>
      </p:sp>
      <p:sp>
        <p:nvSpPr>
          <p:cNvPr id="38" name="Shape 31"/>
          <p:cNvSpPr/>
          <p:nvPr/>
        </p:nvSpPr>
        <p:spPr>
          <a:xfrm>
            <a:off x="11478458" y="5225534"/>
            <a:ext cx="588169" cy="588169"/>
          </a:xfrm>
          <a:prstGeom prst="roundRect">
            <a:avLst>
              <a:gd name="adj" fmla="val 15544997"/>
            </a:avLst>
          </a:prstGeom>
          <a:solidFill>
            <a:srgbClr val="FE6A03"/>
          </a:solidFill>
          <a:ln/>
        </p:spPr>
        <p:txBody>
          <a:bodyPr/>
          <a:lstStyle/>
          <a:p>
            <a:endParaRPr lang="en-US"/>
          </a:p>
        </p:txBody>
      </p:sp>
      <p:pic>
        <p:nvPicPr>
          <p:cNvPr id="39" name="Image 5" descr="preencoded.png"/>
          <p:cNvPicPr>
            <a:picLocks noChangeAspect="1"/>
          </p:cNvPicPr>
          <p:nvPr/>
        </p:nvPicPr>
        <p:blipFill>
          <a:blip>
            <a:extLst>
              <a:ext uri="{96DAC541-7B7A-43D3-8B79-37D633B846F1}">
                <asvg:svgBlip xmlns:asvg="http://schemas.microsoft.com/office/drawing/2016/SVG/main" r:embed="rId8"/>
              </a:ext>
            </a:extLst>
          </a:blip>
          <a:stretch>
            <a:fillRect/>
          </a:stretch>
        </p:blipFill>
        <p:spPr>
          <a:xfrm>
            <a:off x="11640145" y="5387221"/>
            <a:ext cx="264676" cy="264676"/>
          </a:xfrm>
          <a:prstGeom prst="rect">
            <a:avLst/>
          </a:prstGeom>
        </p:spPr>
      </p:pic>
      <p:sp>
        <p:nvSpPr>
          <p:cNvPr id="40" name="Text 32"/>
          <p:cNvSpPr/>
          <p:nvPr/>
        </p:nvSpPr>
        <p:spPr>
          <a:xfrm>
            <a:off x="10070544" y="5999917"/>
            <a:ext cx="3403878" cy="408384"/>
          </a:xfrm>
          <a:prstGeom prst="rect">
            <a:avLst/>
          </a:prstGeom>
          <a:noFill/>
          <a:ln/>
        </p:spPr>
        <p:txBody>
          <a:bodyPr wrap="none" lIns="0" tIns="0" rIns="0" bIns="0" rtlCol="0" anchor="t"/>
          <a:lstStyle/>
          <a:p>
            <a:pPr marL="0" indent="0" algn="ctr">
              <a:lnSpc>
                <a:spcPts val="3200"/>
              </a:lnSpc>
              <a:buNone/>
            </a:pPr>
            <a:r>
              <a:rPr lang="en-US" sz="3200">
                <a:solidFill>
                  <a:srgbClr val="B5B5B5"/>
                </a:solidFill>
                <a:latin typeface="Inter Tight Medium" pitchFamily="34" charset="0"/>
                <a:ea typeface="Inter Tight Medium" pitchFamily="34" charset="-122"/>
                <a:cs typeface="Inter Tight Medium" pitchFamily="34" charset="-120"/>
              </a:rPr>
              <a:t>Dataset</a:t>
            </a:r>
            <a:endParaRPr lang="en-US" sz="3200"/>
          </a:p>
        </p:txBody>
      </p:sp>
      <p:sp>
        <p:nvSpPr>
          <p:cNvPr id="41" name="Text 33"/>
          <p:cNvSpPr/>
          <p:nvPr/>
        </p:nvSpPr>
        <p:spPr>
          <a:xfrm>
            <a:off x="9840516" y="6519981"/>
            <a:ext cx="3864054" cy="866299"/>
          </a:xfrm>
          <a:prstGeom prst="rect">
            <a:avLst/>
          </a:prstGeom>
          <a:noFill/>
          <a:ln/>
        </p:spPr>
        <p:txBody>
          <a:bodyPr wrap="none" lIns="0" tIns="0" rIns="0" bIns="0" rtlCol="0" anchor="t"/>
          <a:lstStyle/>
          <a:p>
            <a:pPr marL="0" indent="0" algn="ctr">
              <a:lnSpc>
                <a:spcPts val="1800"/>
              </a:lnSpc>
              <a:buNone/>
            </a:pPr>
            <a:r>
              <a:rPr lang="en-US">
                <a:solidFill>
                  <a:srgbClr val="B5B5B5"/>
                </a:solidFill>
                <a:latin typeface="Inter Tight" pitchFamily="34" charset="0"/>
                <a:ea typeface="Inter Tight" pitchFamily="34" charset="-122"/>
                <a:cs typeface="Inter Tight" pitchFamily="34" charset="-120"/>
              </a:rPr>
              <a:t>UNSW-NB15</a:t>
            </a:r>
            <a:endParaRPr lang="en-US"/>
          </a:p>
        </p:txBody>
      </p:sp>
      <mc:AlternateContent xmlns:mc="http://schemas.openxmlformats.org/markup-compatibility/2006" xmlns:p14="http://schemas.microsoft.com/office/powerpoint/2010/main">
        <mc:Choice Requires="p14">
          <p:contentPart p14:bwMode="auto" r:id="rId9">
            <p14:nvContentPartPr>
              <p14:cNvPr id="43" name="Ink 42">
                <a:extLst>
                  <a:ext uri="{FF2B5EF4-FFF2-40B4-BE49-F238E27FC236}">
                    <a16:creationId xmlns:a16="http://schemas.microsoft.com/office/drawing/2014/main" id="{1EDD5C94-E69B-D309-87AE-D90214D30875}"/>
                  </a:ext>
                </a:extLst>
              </p14:cNvPr>
              <p14:cNvContentPartPr/>
              <p14:nvPr/>
            </p14:nvContentPartPr>
            <p14:xfrm rot="10895998">
              <a:off x="12946017" y="7883234"/>
              <a:ext cx="1082366" cy="110380"/>
            </p14:xfrm>
          </p:contentPart>
        </mc:Choice>
        <mc:Fallback xmlns="">
          <p:pic>
            <p:nvPicPr>
              <p:cNvPr id="43" name="Ink 42">
                <a:extLst>
                  <a:ext uri="{FF2B5EF4-FFF2-40B4-BE49-F238E27FC236}">
                    <a16:creationId xmlns:a16="http://schemas.microsoft.com/office/drawing/2014/main" id="{1EDD5C94-E69B-D309-87AE-D90214D30875}"/>
                  </a:ext>
                </a:extLst>
              </p:cNvPr>
              <p:cNvPicPr/>
              <p:nvPr/>
            </p:nvPicPr>
            <p:blipFill>
              <a:blip r:embed="rId10"/>
              <a:stretch>
                <a:fillRect/>
              </a:stretch>
            </p:blipFill>
            <p:spPr>
              <a:xfrm rot="10895998">
                <a:off x="12892025" y="7775371"/>
                <a:ext cx="1189991" cy="325747"/>
              </a:xfrm>
              <a:prstGeom prst="rect">
                <a:avLst/>
              </a:prstGeom>
            </p:spPr>
          </p:pic>
        </mc:Fallback>
      </mc:AlternateContent>
      <mc:AlternateContent xmlns:mc="http://schemas.openxmlformats.org/markup-compatibility/2006" xmlns:p14="http://schemas.microsoft.com/office/powerpoint/2010/main">
        <mc:Choice Requires="p14">
          <p:contentPart p14:bwMode="auto" r:id="rId11">
            <p14:nvContentPartPr>
              <p14:cNvPr id="46" name="Ink 45">
                <a:extLst>
                  <a:ext uri="{FF2B5EF4-FFF2-40B4-BE49-F238E27FC236}">
                    <a16:creationId xmlns:a16="http://schemas.microsoft.com/office/drawing/2014/main" id="{E021B333-87A7-8EF2-F538-BD2265A7C42F}"/>
                  </a:ext>
                </a:extLst>
              </p14:cNvPr>
              <p14:cNvContentPartPr/>
              <p14:nvPr/>
            </p14:nvContentPartPr>
            <p14:xfrm>
              <a:off x="12970600" y="7790824"/>
              <a:ext cx="1489680" cy="325080"/>
            </p14:xfrm>
          </p:contentPart>
        </mc:Choice>
        <mc:Fallback xmlns="">
          <p:pic>
            <p:nvPicPr>
              <p:cNvPr id="46" name="Ink 45">
                <a:extLst>
                  <a:ext uri="{FF2B5EF4-FFF2-40B4-BE49-F238E27FC236}">
                    <a16:creationId xmlns:a16="http://schemas.microsoft.com/office/drawing/2014/main" id="{E021B333-87A7-8EF2-F538-BD2265A7C42F}"/>
                  </a:ext>
                </a:extLst>
              </p:cNvPr>
              <p:cNvPicPr/>
              <p:nvPr/>
            </p:nvPicPr>
            <p:blipFill>
              <a:blip r:embed="rId12"/>
              <a:stretch>
                <a:fillRect/>
              </a:stretch>
            </p:blipFill>
            <p:spPr>
              <a:xfrm>
                <a:off x="12916600" y="7682704"/>
                <a:ext cx="1597320" cy="540959"/>
              </a:xfrm>
              <a:prstGeom prst="rect">
                <a:avLst/>
              </a:prstGeom>
            </p:spPr>
          </p:pic>
        </mc:Fallback>
      </mc:AlternateContent>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C9F188-7AC5-D271-C4BA-08D587D285DF}"/>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DF35D55F-4E4F-4C18-DF9A-F40B0C9C91E1}"/>
              </a:ext>
            </a:extLst>
          </p:cNvPr>
          <p:cNvSpPr/>
          <p:nvPr/>
        </p:nvSpPr>
        <p:spPr>
          <a:xfrm>
            <a:off x="722233" y="594717"/>
            <a:ext cx="6807756" cy="816888"/>
          </a:xfrm>
          <a:prstGeom prst="rect">
            <a:avLst/>
          </a:prstGeom>
          <a:noFill/>
          <a:ln/>
        </p:spPr>
        <p:txBody>
          <a:bodyPr wrap="none" lIns="0" tIns="0" rIns="0" bIns="0" rtlCol="0" anchor="t"/>
          <a:lstStyle/>
          <a:p>
            <a:pPr>
              <a:lnSpc>
                <a:spcPts val="6400"/>
              </a:lnSpc>
            </a:pPr>
            <a:r>
              <a:rPr lang="en-US" sz="5350">
                <a:solidFill>
                  <a:srgbClr val="FFFFFF"/>
                </a:solidFill>
                <a:latin typeface="Inter Tight Medium"/>
                <a:ea typeface="Inter Tight Medium"/>
                <a:cs typeface="Inter Tight Medium"/>
              </a:rPr>
              <a:t>Intrusion Detection System Interface:</a:t>
            </a:r>
            <a:endParaRPr lang="en-US"/>
          </a:p>
        </p:txBody>
      </p:sp>
      <p:pic>
        <p:nvPicPr>
          <p:cNvPr id="18" name="Image 2" descr="preencoded.png">
            <a:extLst>
              <a:ext uri="{FF2B5EF4-FFF2-40B4-BE49-F238E27FC236}">
                <a16:creationId xmlns:a16="http://schemas.microsoft.com/office/drawing/2014/main" id="{433A2F0C-20B8-DF97-DE42-7053CF636EDC}"/>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640145" y="2588062"/>
            <a:ext cx="264676" cy="264676"/>
          </a:xfrm>
          <a:prstGeom prst="rect">
            <a:avLst/>
          </a:prstGeom>
        </p:spPr>
      </p:pic>
      <p:pic>
        <p:nvPicPr>
          <p:cNvPr id="39" name="Image 5" descr="preencoded.png">
            <a:extLst>
              <a:ext uri="{FF2B5EF4-FFF2-40B4-BE49-F238E27FC236}">
                <a16:creationId xmlns:a16="http://schemas.microsoft.com/office/drawing/2014/main" id="{F9D4D369-B30D-1D4B-047F-9FBA971BB9BB}"/>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640145" y="5387221"/>
            <a:ext cx="264676" cy="264676"/>
          </a:xfrm>
          <a:prstGeom prst="rect">
            <a:avLst/>
          </a:prstGeom>
        </p:spPr>
      </p:pic>
      <mc:AlternateContent xmlns:mc="http://schemas.openxmlformats.org/markup-compatibility/2006" xmlns:p14="http://schemas.microsoft.com/office/powerpoint/2010/main">
        <mc:Choice Requires="p14">
          <p:contentPart p14:bwMode="auto" r:id="rId5">
            <p14:nvContentPartPr>
              <p14:cNvPr id="43" name="Ink 42">
                <a:extLst>
                  <a:ext uri="{FF2B5EF4-FFF2-40B4-BE49-F238E27FC236}">
                    <a16:creationId xmlns:a16="http://schemas.microsoft.com/office/drawing/2014/main" id="{C6D365D8-B423-8BF2-1952-EE5B7B3BC455}"/>
                  </a:ext>
                </a:extLst>
              </p14:cNvPr>
              <p14:cNvContentPartPr/>
              <p14:nvPr/>
            </p14:nvContentPartPr>
            <p14:xfrm rot="10895998">
              <a:off x="12946017" y="7883234"/>
              <a:ext cx="1082366" cy="110380"/>
            </p14:xfrm>
          </p:contentPart>
        </mc:Choice>
        <mc:Fallback xmlns="">
          <p:pic>
            <p:nvPicPr>
              <p:cNvPr id="43" name="Ink 42">
                <a:extLst>
                  <a:ext uri="{FF2B5EF4-FFF2-40B4-BE49-F238E27FC236}">
                    <a16:creationId xmlns:a16="http://schemas.microsoft.com/office/drawing/2014/main" id="{C6D365D8-B423-8BF2-1952-EE5B7B3BC455}"/>
                  </a:ext>
                </a:extLst>
              </p:cNvPr>
              <p:cNvPicPr/>
              <p:nvPr/>
            </p:nvPicPr>
            <p:blipFill>
              <a:blip r:embed="rId6"/>
              <a:stretch>
                <a:fillRect/>
              </a:stretch>
            </p:blipFill>
            <p:spPr>
              <a:xfrm rot="10895998">
                <a:off x="12892025" y="7775371"/>
                <a:ext cx="1189991" cy="325747"/>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6" name="Ink 45">
                <a:extLst>
                  <a:ext uri="{FF2B5EF4-FFF2-40B4-BE49-F238E27FC236}">
                    <a16:creationId xmlns:a16="http://schemas.microsoft.com/office/drawing/2014/main" id="{56E83CBB-91C5-6865-D5FE-02D8211CA033}"/>
                  </a:ext>
                </a:extLst>
              </p14:cNvPr>
              <p14:cNvContentPartPr/>
              <p14:nvPr/>
            </p14:nvContentPartPr>
            <p14:xfrm>
              <a:off x="12970600" y="7790824"/>
              <a:ext cx="1489680" cy="325080"/>
            </p14:xfrm>
          </p:contentPart>
        </mc:Choice>
        <mc:Fallback xmlns="">
          <p:pic>
            <p:nvPicPr>
              <p:cNvPr id="46" name="Ink 45">
                <a:extLst>
                  <a:ext uri="{FF2B5EF4-FFF2-40B4-BE49-F238E27FC236}">
                    <a16:creationId xmlns:a16="http://schemas.microsoft.com/office/drawing/2014/main" id="{56E83CBB-91C5-6865-D5FE-02D8211CA033}"/>
                  </a:ext>
                </a:extLst>
              </p:cNvPr>
              <p:cNvPicPr/>
              <p:nvPr/>
            </p:nvPicPr>
            <p:blipFill>
              <a:blip r:embed="rId8"/>
              <a:stretch>
                <a:fillRect/>
              </a:stretch>
            </p:blipFill>
            <p:spPr>
              <a:xfrm>
                <a:off x="12916600" y="7682704"/>
                <a:ext cx="1597320" cy="540959"/>
              </a:xfrm>
              <a:prstGeom prst="rect">
                <a:avLst/>
              </a:prstGeom>
            </p:spPr>
          </p:pic>
        </mc:Fallback>
      </mc:AlternateContent>
      <p:sp>
        <p:nvSpPr>
          <p:cNvPr id="44" name="Text 1">
            <a:extLst>
              <a:ext uri="{FF2B5EF4-FFF2-40B4-BE49-F238E27FC236}">
                <a16:creationId xmlns:a16="http://schemas.microsoft.com/office/drawing/2014/main" id="{B5F41170-39E4-DFB4-AD6A-C35E82388A86}"/>
              </a:ext>
            </a:extLst>
          </p:cNvPr>
          <p:cNvSpPr/>
          <p:nvPr/>
        </p:nvSpPr>
        <p:spPr>
          <a:xfrm>
            <a:off x="722233" y="1784033"/>
            <a:ext cx="13185934" cy="229314"/>
          </a:xfrm>
          <a:prstGeom prst="rect">
            <a:avLst/>
          </a:prstGeom>
          <a:noFill/>
          <a:ln/>
        </p:spPr>
        <p:txBody>
          <a:bodyPr wrap="none" lIns="0" tIns="0" rIns="0" bIns="0" rtlCol="0" anchor="t"/>
          <a:lstStyle/>
          <a:p>
            <a:pPr marL="0" indent="0" algn="l">
              <a:lnSpc>
                <a:spcPts val="1800"/>
              </a:lnSpc>
              <a:buNone/>
            </a:pPr>
            <a:endParaRPr lang="en-US" sz="1500">
              <a:solidFill>
                <a:srgbClr val="B5B5B5"/>
              </a:solidFill>
              <a:latin typeface="Inter Tight"/>
              <a:ea typeface="Inter Tight"/>
              <a:cs typeface="Inter Tight"/>
            </a:endParaRPr>
          </a:p>
        </p:txBody>
      </p:sp>
      <p:sp>
        <p:nvSpPr>
          <p:cNvPr id="47" name="Text 1">
            <a:extLst>
              <a:ext uri="{FF2B5EF4-FFF2-40B4-BE49-F238E27FC236}">
                <a16:creationId xmlns:a16="http://schemas.microsoft.com/office/drawing/2014/main" id="{444D8389-D3B9-CF75-4343-9D4228CADFEA}"/>
              </a:ext>
            </a:extLst>
          </p:cNvPr>
          <p:cNvSpPr/>
          <p:nvPr/>
        </p:nvSpPr>
        <p:spPr>
          <a:xfrm>
            <a:off x="924737" y="1610756"/>
            <a:ext cx="13185934" cy="229314"/>
          </a:xfrm>
          <a:prstGeom prst="rect">
            <a:avLst/>
          </a:prstGeom>
          <a:noFill/>
          <a:ln/>
        </p:spPr>
        <p:txBody>
          <a:bodyPr wrap="none" lIns="0" tIns="0" rIns="0" bIns="0" rtlCol="0" anchor="t"/>
          <a:lstStyle/>
          <a:p>
            <a:pPr marL="285750" indent="-285750">
              <a:buFont typeface="Arial"/>
              <a:buChar char="•"/>
            </a:pPr>
            <a:r>
              <a:rPr lang="en-US" sz="2200">
                <a:solidFill>
                  <a:srgbClr val="B5B5B5"/>
                </a:solidFill>
                <a:ea typeface="+mn-lt"/>
                <a:cs typeface="+mn-lt"/>
              </a:rPr>
              <a:t>Developed an interactive frontend to visualize model predictions and performance </a:t>
            </a:r>
            <a:endParaRPr lang="en-US" sz="2200">
              <a:ea typeface="Calibri"/>
              <a:cs typeface="Calibri"/>
            </a:endParaRPr>
          </a:p>
          <a:p>
            <a:pPr marL="285750" indent="-285750">
              <a:buFont typeface="Arial"/>
              <a:buChar char="•"/>
            </a:pPr>
            <a:r>
              <a:rPr lang="en-US" sz="2200">
                <a:solidFill>
                  <a:srgbClr val="B5B5B5"/>
                </a:solidFill>
                <a:ea typeface="+mn-lt"/>
                <a:cs typeface="+mn-lt"/>
              </a:rPr>
              <a:t>Users can select different machine learning models to analyze network traffic </a:t>
            </a:r>
            <a:endParaRPr lang="en-US" sz="2200">
              <a:ea typeface="Calibri"/>
              <a:cs typeface="Calibri"/>
            </a:endParaRPr>
          </a:p>
          <a:p>
            <a:pPr marL="285750" indent="-285750">
              <a:buFont typeface="Arial"/>
              <a:buChar char="•"/>
            </a:pPr>
            <a:r>
              <a:rPr lang="en-US" sz="2200">
                <a:solidFill>
                  <a:srgbClr val="B5B5B5"/>
                </a:solidFill>
                <a:ea typeface="+mn-lt"/>
                <a:cs typeface="+mn-lt"/>
              </a:rPr>
              <a:t>Displays  model accuracy along with prediction results </a:t>
            </a:r>
            <a:endParaRPr lang="en-US" sz="2200">
              <a:ea typeface="Calibri"/>
              <a:cs typeface="Calibri"/>
            </a:endParaRPr>
          </a:p>
        </p:txBody>
      </p:sp>
      <p:pic>
        <p:nvPicPr>
          <p:cNvPr id="48" name="Picture 47" descr="A screenshot of a graph&#10;&#10;AI-generated content may be incorrect.">
            <a:extLst>
              <a:ext uri="{FF2B5EF4-FFF2-40B4-BE49-F238E27FC236}">
                <a16:creationId xmlns:a16="http://schemas.microsoft.com/office/drawing/2014/main" id="{9EC78359-1CFA-FED5-6C8A-C60A46A8E038}"/>
              </a:ext>
            </a:extLst>
          </p:cNvPr>
          <p:cNvPicPr>
            <a:picLocks noChangeAspect="1"/>
          </p:cNvPicPr>
          <p:nvPr/>
        </p:nvPicPr>
        <p:blipFill>
          <a:blip r:embed="rId9"/>
          <a:srcRect l="498" r="2782" b="-376"/>
          <a:stretch>
            <a:fillRect/>
          </a:stretch>
        </p:blipFill>
        <p:spPr>
          <a:xfrm>
            <a:off x="572770" y="3034843"/>
            <a:ext cx="6953082" cy="3487693"/>
          </a:xfrm>
          <a:prstGeom prst="rect">
            <a:avLst/>
          </a:prstGeom>
        </p:spPr>
      </p:pic>
      <p:pic>
        <p:nvPicPr>
          <p:cNvPr id="49" name="Picture 48" descr="A screenshot of a computer&#10;&#10;AI-generated content may be incorrect.">
            <a:extLst>
              <a:ext uri="{FF2B5EF4-FFF2-40B4-BE49-F238E27FC236}">
                <a16:creationId xmlns:a16="http://schemas.microsoft.com/office/drawing/2014/main" id="{8FA0DB99-8554-0F7D-7AD8-485C124CA7E8}"/>
              </a:ext>
            </a:extLst>
          </p:cNvPr>
          <p:cNvPicPr>
            <a:picLocks noChangeAspect="1"/>
          </p:cNvPicPr>
          <p:nvPr/>
        </p:nvPicPr>
        <p:blipFill>
          <a:blip r:embed="rId10"/>
          <a:stretch>
            <a:fillRect/>
          </a:stretch>
        </p:blipFill>
        <p:spPr>
          <a:xfrm>
            <a:off x="7706896" y="3023476"/>
            <a:ext cx="6350734" cy="3499060"/>
          </a:xfrm>
          <a:prstGeom prst="rect">
            <a:avLst/>
          </a:prstGeom>
        </p:spPr>
      </p:pic>
    </p:spTree>
    <p:extLst>
      <p:ext uri="{BB962C8B-B14F-4D97-AF65-F5344CB8AC3E}">
        <p14:creationId xmlns:p14="http://schemas.microsoft.com/office/powerpoint/2010/main" val="3306344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12526"/>
            <a:ext cx="14630400" cy="8229600"/>
          </a:xfrm>
          <a:prstGeom prst="rect">
            <a:avLst/>
          </a:prstGeom>
        </p:spPr>
      </p:pic>
      <p:sp>
        <p:nvSpPr>
          <p:cNvPr id="3" name="Shape 0"/>
          <p:cNvSpPr/>
          <p:nvPr/>
        </p:nvSpPr>
        <p:spPr>
          <a:xfrm>
            <a:off x="0" y="13447"/>
            <a:ext cx="14630400" cy="8229600"/>
          </a:xfrm>
          <a:prstGeom prst="rect">
            <a:avLst/>
          </a:prstGeom>
          <a:solidFill>
            <a:srgbClr val="000000">
              <a:alpha val="80000"/>
            </a:srgbClr>
          </a:solidFill>
          <a:ln/>
        </p:spPr>
        <p:txBody>
          <a:bodyPr/>
          <a:lstStyle/>
          <a:p>
            <a:endParaRPr lang="en-IN"/>
          </a:p>
        </p:txBody>
      </p:sp>
      <p:sp>
        <p:nvSpPr>
          <p:cNvPr id="4" name="Text 1"/>
          <p:cNvSpPr/>
          <p:nvPr/>
        </p:nvSpPr>
        <p:spPr>
          <a:xfrm>
            <a:off x="587762" y="699675"/>
            <a:ext cx="6767751" cy="687943"/>
          </a:xfrm>
          <a:prstGeom prst="rect">
            <a:avLst/>
          </a:prstGeom>
          <a:noFill/>
          <a:ln/>
        </p:spPr>
        <p:txBody>
          <a:bodyPr wrap="none" lIns="0" tIns="0" rIns="0" bIns="0" rtlCol="0" anchor="t"/>
          <a:lstStyle/>
          <a:p>
            <a:pPr marL="0" indent="0" algn="l">
              <a:lnSpc>
                <a:spcPts val="5400"/>
              </a:lnSpc>
              <a:buNone/>
            </a:pPr>
            <a:r>
              <a:rPr lang="en-US" sz="5400">
                <a:solidFill>
                  <a:srgbClr val="FFFFFF"/>
                </a:solidFill>
                <a:latin typeface="Inter Tight Medium"/>
                <a:ea typeface="Inter Tight Medium"/>
                <a:cs typeface="Inter Tight Medium"/>
              </a:rPr>
              <a:t>Conclusion &amp; Future Scope:</a:t>
            </a:r>
            <a:endParaRPr lang="en-US" sz="5400"/>
          </a:p>
        </p:txBody>
      </p:sp>
      <p:sp>
        <p:nvSpPr>
          <p:cNvPr id="5" name="Shape 2"/>
          <p:cNvSpPr/>
          <p:nvPr/>
        </p:nvSpPr>
        <p:spPr>
          <a:xfrm>
            <a:off x="590883" y="1963913"/>
            <a:ext cx="3886508" cy="4497711"/>
          </a:xfrm>
          <a:prstGeom prst="roundRect">
            <a:avLst>
              <a:gd name="adj" fmla="val 6078"/>
            </a:avLst>
          </a:prstGeom>
          <a:solidFill>
            <a:srgbClr val="FE6A03">
              <a:alpha val="95000"/>
            </a:srgbClr>
          </a:solidFill>
          <a:ln/>
        </p:spPr>
        <p:txBody>
          <a:bodyPr/>
          <a:lstStyle/>
          <a:p>
            <a:endParaRPr lang="en-US"/>
          </a:p>
        </p:txBody>
      </p:sp>
      <p:sp>
        <p:nvSpPr>
          <p:cNvPr id="6" name="Text 3"/>
          <p:cNvSpPr/>
          <p:nvPr/>
        </p:nvSpPr>
        <p:spPr>
          <a:xfrm>
            <a:off x="793481" y="2070901"/>
            <a:ext cx="2866430" cy="343972"/>
          </a:xfrm>
          <a:prstGeom prst="rect">
            <a:avLst/>
          </a:prstGeom>
          <a:noFill/>
          <a:ln/>
        </p:spPr>
        <p:txBody>
          <a:bodyPr wrap="none" lIns="0" tIns="0" rIns="0" bIns="0" rtlCol="0" anchor="t"/>
          <a:lstStyle/>
          <a:p>
            <a:pPr marL="0" indent="0" algn="l">
              <a:lnSpc>
                <a:spcPts val="2700"/>
              </a:lnSpc>
              <a:buNone/>
            </a:pPr>
            <a:r>
              <a:rPr lang="en-US" sz="2250">
                <a:solidFill>
                  <a:srgbClr val="000000"/>
                </a:solidFill>
                <a:latin typeface="Inter Tight Medium" pitchFamily="34" charset="0"/>
                <a:ea typeface="Inter Tight Medium" pitchFamily="34" charset="-122"/>
                <a:cs typeface="Inter Tight Medium" pitchFamily="34" charset="-120"/>
              </a:rPr>
              <a:t> Conclusion</a:t>
            </a:r>
            <a:endParaRPr lang="en-US" sz="2250"/>
          </a:p>
        </p:txBody>
      </p:sp>
      <p:sp>
        <p:nvSpPr>
          <p:cNvPr id="7" name="Shape 4"/>
          <p:cNvSpPr/>
          <p:nvPr/>
        </p:nvSpPr>
        <p:spPr>
          <a:xfrm>
            <a:off x="755903" y="2513359"/>
            <a:ext cx="3581519" cy="701754"/>
          </a:xfrm>
          <a:prstGeom prst="roundRect">
            <a:avLst>
              <a:gd name="adj" fmla="val 21175"/>
            </a:avLst>
          </a:prstGeom>
          <a:solidFill>
            <a:srgbClr val="1F1F1F"/>
          </a:solidFill>
          <a:ln w="7620">
            <a:solidFill>
              <a:srgbClr val="383838"/>
            </a:solidFill>
            <a:prstDash val="solid"/>
          </a:ln>
        </p:spPr>
        <p:txBody>
          <a:bodyPr/>
          <a:lstStyle/>
          <a:p>
            <a:endParaRPr lang="en-US"/>
          </a:p>
        </p:txBody>
      </p:sp>
      <p:sp>
        <p:nvSpPr>
          <p:cNvPr id="8" name="Shape 5"/>
          <p:cNvSpPr/>
          <p:nvPr/>
        </p:nvSpPr>
        <p:spPr>
          <a:xfrm>
            <a:off x="928544" y="2743804"/>
            <a:ext cx="82510" cy="82510"/>
          </a:xfrm>
          <a:prstGeom prst="roundRect">
            <a:avLst>
              <a:gd name="adj" fmla="val 554115"/>
            </a:avLst>
          </a:prstGeom>
          <a:solidFill>
            <a:srgbClr val="FE6A03"/>
          </a:solidFill>
          <a:ln/>
        </p:spPr>
        <p:txBody>
          <a:bodyPr/>
          <a:lstStyle/>
          <a:p>
            <a:endParaRPr lang="en-US"/>
          </a:p>
        </p:txBody>
      </p:sp>
      <p:sp>
        <p:nvSpPr>
          <p:cNvPr id="9" name="Text 6"/>
          <p:cNvSpPr/>
          <p:nvPr/>
        </p:nvSpPr>
        <p:spPr>
          <a:xfrm>
            <a:off x="1143095" y="2673474"/>
            <a:ext cx="3021687" cy="356473"/>
          </a:xfrm>
          <a:prstGeom prst="rect">
            <a:avLst/>
          </a:prstGeom>
          <a:noFill/>
          <a:ln/>
        </p:spPr>
        <p:txBody>
          <a:bodyPr wrap="square" lIns="0" tIns="0" rIns="0" bIns="0" rtlCol="0" anchor="t"/>
          <a:lstStyle/>
          <a:p>
            <a:pPr marL="0" indent="0" algn="l">
              <a:lnSpc>
                <a:spcPts val="1400"/>
              </a:lnSpc>
              <a:buNone/>
            </a:pPr>
            <a:r>
              <a:rPr lang="en-US" sz="1300">
                <a:solidFill>
                  <a:srgbClr val="FFFFFF"/>
                </a:solidFill>
                <a:latin typeface="Inter Tight"/>
                <a:ea typeface="Inter Tight"/>
                <a:cs typeface="Inter Tight"/>
              </a:rPr>
              <a:t>Achieved 98.4</a:t>
            </a:r>
            <a:r>
              <a:rPr lang="en-US" sz="1300" b="1">
                <a:solidFill>
                  <a:srgbClr val="FFFFFF"/>
                </a:solidFill>
                <a:latin typeface="Inter Tight"/>
                <a:ea typeface="Inter Tight"/>
                <a:cs typeface="Inter Tight"/>
              </a:rPr>
              <a:t>% accuracy</a:t>
            </a:r>
            <a:r>
              <a:rPr lang="en-US" sz="1300">
                <a:solidFill>
                  <a:srgbClr val="FFFFFF"/>
                </a:solidFill>
                <a:latin typeface="Inter Tight"/>
                <a:ea typeface="Inter Tight"/>
                <a:cs typeface="Inter Tight"/>
              </a:rPr>
              <a:t> — a strong benchmark for real-world ML deployment.</a:t>
            </a:r>
            <a:endParaRPr lang="en-US" sz="1300">
              <a:latin typeface="Inter Tight"/>
              <a:ea typeface="Inter Tight"/>
              <a:cs typeface="Inter Tight"/>
            </a:endParaRPr>
          </a:p>
        </p:txBody>
      </p:sp>
      <p:sp>
        <p:nvSpPr>
          <p:cNvPr id="10" name="Shape 7"/>
          <p:cNvSpPr/>
          <p:nvPr/>
        </p:nvSpPr>
        <p:spPr>
          <a:xfrm>
            <a:off x="755903" y="3479194"/>
            <a:ext cx="3581519" cy="701754"/>
          </a:xfrm>
          <a:prstGeom prst="roundRect">
            <a:avLst>
              <a:gd name="adj" fmla="val 21175"/>
            </a:avLst>
          </a:prstGeom>
          <a:solidFill>
            <a:srgbClr val="1F1F1F"/>
          </a:solidFill>
          <a:ln w="7620">
            <a:solidFill>
              <a:srgbClr val="383838"/>
            </a:solidFill>
            <a:prstDash val="solid"/>
          </a:ln>
        </p:spPr>
        <p:txBody>
          <a:bodyPr/>
          <a:lstStyle/>
          <a:p>
            <a:endParaRPr lang="en-US"/>
          </a:p>
        </p:txBody>
      </p:sp>
      <p:sp>
        <p:nvSpPr>
          <p:cNvPr id="11" name="Shape 8"/>
          <p:cNvSpPr/>
          <p:nvPr/>
        </p:nvSpPr>
        <p:spPr>
          <a:xfrm>
            <a:off x="928544" y="3709639"/>
            <a:ext cx="82510" cy="82510"/>
          </a:xfrm>
          <a:prstGeom prst="roundRect">
            <a:avLst>
              <a:gd name="adj" fmla="val 554115"/>
            </a:avLst>
          </a:prstGeom>
          <a:solidFill>
            <a:srgbClr val="FE6A03"/>
          </a:solidFill>
          <a:ln/>
        </p:spPr>
        <p:txBody>
          <a:bodyPr/>
          <a:lstStyle/>
          <a:p>
            <a:endParaRPr lang="en-US"/>
          </a:p>
        </p:txBody>
      </p:sp>
      <p:sp>
        <p:nvSpPr>
          <p:cNvPr id="12" name="Text 9"/>
          <p:cNvSpPr/>
          <p:nvPr/>
        </p:nvSpPr>
        <p:spPr>
          <a:xfrm>
            <a:off x="1143095" y="3651835"/>
            <a:ext cx="3021687" cy="356473"/>
          </a:xfrm>
          <a:prstGeom prst="rect">
            <a:avLst/>
          </a:prstGeom>
          <a:noFill/>
          <a:ln/>
        </p:spPr>
        <p:txBody>
          <a:bodyPr wrap="square" lIns="0" tIns="0" rIns="0" bIns="0" rtlCol="0" anchor="t"/>
          <a:lstStyle/>
          <a:p>
            <a:pPr marL="0" indent="0" algn="l">
              <a:lnSpc>
                <a:spcPts val="1400"/>
              </a:lnSpc>
              <a:buNone/>
            </a:pPr>
            <a:r>
              <a:rPr lang="en-US" sz="1300" b="1">
                <a:solidFill>
                  <a:srgbClr val="FFFFFF"/>
                </a:solidFill>
                <a:latin typeface="Inter Tight" pitchFamily="34" charset="0"/>
                <a:ea typeface="Inter Tight" pitchFamily="34" charset="-122"/>
                <a:cs typeface="Inter Tight" pitchFamily="34" charset="-120"/>
              </a:rPr>
              <a:t>Random Forest</a:t>
            </a:r>
            <a:r>
              <a:rPr lang="en-US" sz="1300">
                <a:solidFill>
                  <a:srgbClr val="FFFFFF"/>
                </a:solidFill>
                <a:latin typeface="Inter Tight" pitchFamily="34" charset="0"/>
                <a:ea typeface="Inter Tight" pitchFamily="34" charset="-122"/>
                <a:cs typeface="Inter Tight" pitchFamily="34" charset="-120"/>
              </a:rPr>
              <a:t> outperformed all other algorithms tested in this project.</a:t>
            </a:r>
            <a:endParaRPr lang="en-US" sz="1300"/>
          </a:p>
        </p:txBody>
      </p:sp>
      <p:sp>
        <p:nvSpPr>
          <p:cNvPr id="13" name="Shape 10"/>
          <p:cNvSpPr/>
          <p:nvPr/>
        </p:nvSpPr>
        <p:spPr>
          <a:xfrm>
            <a:off x="755903" y="4445029"/>
            <a:ext cx="3581519" cy="701754"/>
          </a:xfrm>
          <a:prstGeom prst="roundRect">
            <a:avLst>
              <a:gd name="adj" fmla="val 21175"/>
            </a:avLst>
          </a:prstGeom>
          <a:solidFill>
            <a:srgbClr val="1F1F1F"/>
          </a:solidFill>
          <a:ln w="7620">
            <a:solidFill>
              <a:srgbClr val="383838"/>
            </a:solidFill>
            <a:prstDash val="solid"/>
          </a:ln>
        </p:spPr>
        <p:txBody>
          <a:bodyPr/>
          <a:lstStyle/>
          <a:p>
            <a:endParaRPr lang="en-US"/>
          </a:p>
        </p:txBody>
      </p:sp>
      <p:sp>
        <p:nvSpPr>
          <p:cNvPr id="14" name="Shape 11"/>
          <p:cNvSpPr/>
          <p:nvPr/>
        </p:nvSpPr>
        <p:spPr>
          <a:xfrm>
            <a:off x="928544" y="4675474"/>
            <a:ext cx="82510" cy="82510"/>
          </a:xfrm>
          <a:prstGeom prst="roundRect">
            <a:avLst>
              <a:gd name="adj" fmla="val 554115"/>
            </a:avLst>
          </a:prstGeom>
          <a:solidFill>
            <a:srgbClr val="FE6A03"/>
          </a:solidFill>
          <a:ln/>
        </p:spPr>
        <p:txBody>
          <a:bodyPr/>
          <a:lstStyle/>
          <a:p>
            <a:endParaRPr lang="en-US"/>
          </a:p>
        </p:txBody>
      </p:sp>
      <p:sp>
        <p:nvSpPr>
          <p:cNvPr id="15" name="Text 12"/>
          <p:cNvSpPr/>
          <p:nvPr/>
        </p:nvSpPr>
        <p:spPr>
          <a:xfrm>
            <a:off x="1143095" y="4576900"/>
            <a:ext cx="3021687" cy="372191"/>
          </a:xfrm>
          <a:prstGeom prst="rect">
            <a:avLst/>
          </a:prstGeom>
          <a:noFill/>
          <a:ln/>
        </p:spPr>
        <p:txBody>
          <a:bodyPr wrap="square" lIns="0" tIns="0" rIns="0" bIns="0" rtlCol="0" anchor="t"/>
          <a:lstStyle/>
          <a:p>
            <a:pPr marL="0" indent="0" algn="l">
              <a:lnSpc>
                <a:spcPts val="1400"/>
              </a:lnSpc>
              <a:buNone/>
            </a:pPr>
            <a:r>
              <a:rPr lang="en-US" sz="1300">
                <a:solidFill>
                  <a:srgbClr val="FFFFFF"/>
                </a:solidFill>
                <a:latin typeface="Inter Tight" pitchFamily="34" charset="0"/>
                <a:ea typeface="Inter Tight" pitchFamily="34" charset="-122"/>
                <a:cs typeface="Inter Tight" pitchFamily="34" charset="-120"/>
              </a:rPr>
              <a:t>Demonstrated that ML can classify complex network attacks from large datasets.</a:t>
            </a:r>
            <a:endParaRPr lang="en-US" sz="1300"/>
          </a:p>
        </p:txBody>
      </p:sp>
      <p:sp>
        <p:nvSpPr>
          <p:cNvPr id="16" name="Shape 13"/>
          <p:cNvSpPr/>
          <p:nvPr/>
        </p:nvSpPr>
        <p:spPr>
          <a:xfrm>
            <a:off x="755903" y="5410864"/>
            <a:ext cx="3581519" cy="701754"/>
          </a:xfrm>
          <a:prstGeom prst="roundRect">
            <a:avLst>
              <a:gd name="adj" fmla="val 21175"/>
            </a:avLst>
          </a:prstGeom>
          <a:solidFill>
            <a:srgbClr val="1F1F1F"/>
          </a:solidFill>
          <a:ln w="7620">
            <a:solidFill>
              <a:srgbClr val="383838"/>
            </a:solidFill>
            <a:prstDash val="solid"/>
          </a:ln>
        </p:spPr>
        <p:txBody>
          <a:bodyPr/>
          <a:lstStyle/>
          <a:p>
            <a:endParaRPr lang="en-US"/>
          </a:p>
        </p:txBody>
      </p:sp>
      <p:sp>
        <p:nvSpPr>
          <p:cNvPr id="17" name="Shape 14"/>
          <p:cNvSpPr/>
          <p:nvPr/>
        </p:nvSpPr>
        <p:spPr>
          <a:xfrm>
            <a:off x="928544" y="5641309"/>
            <a:ext cx="82510" cy="82510"/>
          </a:xfrm>
          <a:prstGeom prst="roundRect">
            <a:avLst>
              <a:gd name="adj" fmla="val 554115"/>
            </a:avLst>
          </a:prstGeom>
          <a:solidFill>
            <a:srgbClr val="FE6A03"/>
          </a:solidFill>
          <a:ln/>
        </p:spPr>
        <p:txBody>
          <a:bodyPr/>
          <a:lstStyle/>
          <a:p>
            <a:endParaRPr lang="en-US"/>
          </a:p>
        </p:txBody>
      </p:sp>
      <p:sp>
        <p:nvSpPr>
          <p:cNvPr id="18" name="Text 15"/>
          <p:cNvSpPr/>
          <p:nvPr/>
        </p:nvSpPr>
        <p:spPr>
          <a:xfrm>
            <a:off x="1143095" y="5596031"/>
            <a:ext cx="3021687" cy="356473"/>
          </a:xfrm>
          <a:prstGeom prst="rect">
            <a:avLst/>
          </a:prstGeom>
          <a:noFill/>
          <a:ln/>
        </p:spPr>
        <p:txBody>
          <a:bodyPr wrap="square" lIns="0" tIns="0" rIns="0" bIns="0" rtlCol="0" anchor="t"/>
          <a:lstStyle/>
          <a:p>
            <a:pPr marL="0" indent="0" algn="l">
              <a:lnSpc>
                <a:spcPts val="1400"/>
              </a:lnSpc>
              <a:buNone/>
            </a:pPr>
            <a:r>
              <a:rPr lang="en-US" sz="1300">
                <a:solidFill>
                  <a:srgbClr val="FFFFFF"/>
                </a:solidFill>
                <a:latin typeface="Inter Tight" pitchFamily="34" charset="0"/>
                <a:ea typeface="Inter Tight" pitchFamily="34" charset="-122"/>
                <a:cs typeface="Inter Tight" pitchFamily="34" charset="-120"/>
              </a:rPr>
              <a:t>ML predictions proven </a:t>
            </a:r>
            <a:r>
              <a:rPr lang="en-US" sz="1300" b="1">
                <a:solidFill>
                  <a:srgbClr val="FFFFFF"/>
                </a:solidFill>
                <a:latin typeface="Inter Tight" pitchFamily="34" charset="0"/>
                <a:ea typeface="Inter Tight" pitchFamily="34" charset="-122"/>
                <a:cs typeface="Inter Tight" pitchFamily="34" charset="-120"/>
              </a:rPr>
              <a:t>significantly more reliable</a:t>
            </a:r>
            <a:r>
              <a:rPr lang="en-US" sz="1300">
                <a:solidFill>
                  <a:srgbClr val="FFFFFF"/>
                </a:solidFill>
                <a:latin typeface="Inter Tight" pitchFamily="34" charset="0"/>
                <a:ea typeface="Inter Tight" pitchFamily="34" charset="-122"/>
                <a:cs typeface="Inter Tight" pitchFamily="34" charset="-120"/>
              </a:rPr>
              <a:t> than traditional methods.</a:t>
            </a:r>
            <a:endParaRPr lang="en-US" sz="1300"/>
          </a:p>
        </p:txBody>
      </p:sp>
      <p:sp>
        <p:nvSpPr>
          <p:cNvPr id="19" name="Text 16"/>
          <p:cNvSpPr/>
          <p:nvPr/>
        </p:nvSpPr>
        <p:spPr>
          <a:xfrm>
            <a:off x="4793908" y="2020796"/>
            <a:ext cx="2866430" cy="638533"/>
          </a:xfrm>
          <a:prstGeom prst="rect">
            <a:avLst/>
          </a:prstGeom>
          <a:noFill/>
          <a:ln/>
        </p:spPr>
        <p:txBody>
          <a:bodyPr wrap="none" lIns="0" tIns="0" rIns="0" bIns="0" rtlCol="0" anchor="t"/>
          <a:lstStyle/>
          <a:p>
            <a:pPr marL="0" indent="0" algn="l">
              <a:lnSpc>
                <a:spcPts val="2700"/>
              </a:lnSpc>
              <a:buNone/>
            </a:pPr>
            <a:endParaRPr lang="en-US" sz="2800" b="1">
              <a:solidFill>
                <a:srgbClr val="FFFFFF"/>
              </a:solidFill>
              <a:latin typeface="Inter Tight Medium" pitchFamily="34" charset="0"/>
              <a:ea typeface="Inter Tight Medium" pitchFamily="34" charset="-122"/>
              <a:cs typeface="Inter Tight Medium" pitchFamily="34" charset="-120"/>
            </a:endParaRPr>
          </a:p>
          <a:p>
            <a:pPr marL="0" indent="0" algn="l">
              <a:lnSpc>
                <a:spcPts val="2700"/>
              </a:lnSpc>
              <a:buNone/>
            </a:pPr>
            <a:r>
              <a:rPr lang="en-US" sz="2800" b="1">
                <a:solidFill>
                  <a:srgbClr val="FFFFFF"/>
                </a:solidFill>
                <a:latin typeface="Inter Tight Medium" pitchFamily="34" charset="0"/>
                <a:ea typeface="Inter Tight Medium" pitchFamily="34" charset="-122"/>
                <a:cs typeface="Inter Tight Medium" pitchFamily="34" charset="-120"/>
              </a:rPr>
              <a:t>Future Scope</a:t>
            </a:r>
            <a:endParaRPr lang="en-US" sz="2800" b="1"/>
          </a:p>
        </p:txBody>
      </p:sp>
      <p:pic>
        <p:nvPicPr>
          <p:cNvPr id="20"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9266015" y="2537529"/>
            <a:ext cx="165021" cy="165021"/>
          </a:xfrm>
          <a:prstGeom prst="rect">
            <a:avLst/>
          </a:prstGeom>
        </p:spPr>
      </p:pic>
      <p:sp>
        <p:nvSpPr>
          <p:cNvPr id="21" name="Shape 17"/>
          <p:cNvSpPr/>
          <p:nvPr/>
        </p:nvSpPr>
        <p:spPr>
          <a:xfrm>
            <a:off x="4793908" y="2770415"/>
            <a:ext cx="9109353" cy="22860"/>
          </a:xfrm>
          <a:prstGeom prst="rect">
            <a:avLst/>
          </a:prstGeom>
          <a:solidFill>
            <a:srgbClr val="FE6A03"/>
          </a:solidFill>
          <a:ln/>
        </p:spPr>
        <p:txBody>
          <a:bodyPr/>
          <a:lstStyle/>
          <a:p>
            <a:endParaRPr lang="en-US"/>
          </a:p>
        </p:txBody>
      </p:sp>
      <p:sp>
        <p:nvSpPr>
          <p:cNvPr id="22" name="Text 18"/>
          <p:cNvSpPr/>
          <p:nvPr/>
        </p:nvSpPr>
        <p:spPr>
          <a:xfrm>
            <a:off x="4793908" y="2898645"/>
            <a:ext cx="9109353" cy="2742664"/>
          </a:xfrm>
          <a:prstGeom prst="rect">
            <a:avLst/>
          </a:prstGeom>
          <a:noFill/>
          <a:ln/>
        </p:spPr>
        <p:txBody>
          <a:bodyPr wrap="square" lIns="0" tIns="0" rIns="0" bIns="0" rtlCol="0" anchor="t"/>
          <a:lstStyle/>
          <a:p>
            <a:pPr marL="285750" indent="-285750">
              <a:buFont typeface="Arial" panose="020B0604020202020204" pitchFamily="34" charset="0"/>
              <a:buChar char="•"/>
            </a:pPr>
            <a:r>
              <a:rPr lang="en-US" sz="2200" b="1">
                <a:solidFill>
                  <a:schemeClr val="bg1"/>
                </a:solidFill>
              </a:rPr>
              <a:t>Real-Time Detection — </a:t>
            </a:r>
            <a:r>
              <a:rPr lang="en-US" sz="2200">
                <a:solidFill>
                  <a:schemeClr val="bg1"/>
                </a:solidFill>
              </a:rPr>
              <a:t>analyze live network traffic instead of only the UNSW-NB15 dataset to detect attacks instantly.</a:t>
            </a:r>
            <a:endParaRPr lang="en-US" sz="2200">
              <a:solidFill>
                <a:schemeClr val="bg1"/>
              </a:solidFill>
              <a:ea typeface="Calibri"/>
              <a:cs typeface="Calibri"/>
            </a:endParaRPr>
          </a:p>
          <a:p>
            <a:pPr marL="285750" indent="-285750">
              <a:buFont typeface="Arial" panose="020B0604020202020204" pitchFamily="34" charset="0"/>
              <a:buChar char="•"/>
            </a:pPr>
            <a:r>
              <a:rPr lang="en-US" sz="2200" b="1">
                <a:solidFill>
                  <a:schemeClr val="bg1"/>
                </a:solidFill>
              </a:rPr>
              <a:t>System Integration — </a:t>
            </a:r>
            <a:r>
              <a:rPr lang="en-US" sz="2200">
                <a:solidFill>
                  <a:schemeClr val="bg1"/>
                </a:solidFill>
              </a:rPr>
              <a:t>connect the IDS with firewalls or alert systems to automatically respond to threats.</a:t>
            </a:r>
            <a:endParaRPr lang="en-US" sz="2200">
              <a:solidFill>
                <a:schemeClr val="bg1"/>
              </a:solidFill>
              <a:ea typeface="Calibri"/>
              <a:cs typeface="Calibri"/>
            </a:endParaRPr>
          </a:p>
          <a:p>
            <a:pPr marL="285750" indent="-285750">
              <a:buFont typeface="Arial" panose="020B0604020202020204" pitchFamily="34" charset="0"/>
              <a:buChar char="•"/>
            </a:pPr>
            <a:r>
              <a:rPr lang="en-US" sz="2200" b="1">
                <a:solidFill>
                  <a:schemeClr val="bg1"/>
                </a:solidFill>
              </a:rPr>
              <a:t>Advanced Deep Learning Models </a:t>
            </a:r>
            <a:r>
              <a:rPr lang="en-US" sz="2200">
                <a:solidFill>
                  <a:schemeClr val="bg1"/>
                </a:solidFill>
              </a:rPr>
              <a:t>— use models like LSTM or neural networks to improve accuracy and detect complex patterns</a:t>
            </a:r>
            <a:r>
              <a:rPr lang="en-US" sz="2200" b="1">
                <a:solidFill>
                  <a:schemeClr val="bg1"/>
                </a:solidFill>
              </a:rPr>
              <a:t>.</a:t>
            </a:r>
            <a:endParaRPr lang="en-US" sz="2200" b="1">
              <a:solidFill>
                <a:schemeClr val="bg1"/>
              </a:solidFill>
              <a:ea typeface="Calibri"/>
              <a:cs typeface="Calibri"/>
            </a:endParaRPr>
          </a:p>
          <a:p>
            <a:pPr marL="285750" indent="-285750">
              <a:buFont typeface="Arial" panose="020B0604020202020204" pitchFamily="34" charset="0"/>
              <a:buChar char="•"/>
            </a:pPr>
            <a:r>
              <a:rPr lang="en-US" sz="2200" b="1">
                <a:solidFill>
                  <a:schemeClr val="bg1"/>
                </a:solidFill>
              </a:rPr>
              <a:t>Zero-Day Attack Detection — </a:t>
            </a:r>
            <a:r>
              <a:rPr lang="en-US" sz="2200">
                <a:solidFill>
                  <a:schemeClr val="bg1"/>
                </a:solidFill>
              </a:rPr>
              <a:t>enhance anomaly detection techniques to identify new and unseen attacks.</a:t>
            </a:r>
            <a:endParaRPr lang="en-US" sz="2200">
              <a:solidFill>
                <a:schemeClr val="bg1"/>
              </a:solidFill>
              <a:ea typeface="Calibri"/>
              <a:cs typeface="Calibri"/>
            </a:endParaRPr>
          </a:p>
          <a:p>
            <a:pPr marL="285750" indent="-285750">
              <a:buFont typeface="Arial" panose="020B0604020202020204" pitchFamily="34" charset="0"/>
              <a:buChar char="•"/>
            </a:pPr>
            <a:r>
              <a:rPr lang="en-US" sz="2200" b="1">
                <a:solidFill>
                  <a:schemeClr val="bg1"/>
                </a:solidFill>
              </a:rPr>
              <a:t>Web-Based Dashboard — </a:t>
            </a:r>
            <a:r>
              <a:rPr lang="en-US" sz="2200">
                <a:solidFill>
                  <a:schemeClr val="bg1"/>
                </a:solidFill>
              </a:rPr>
              <a:t>develop a user interface to monitor network activity and attack alerts in real time.</a:t>
            </a:r>
            <a:endParaRPr lang="en-US" sz="2200">
              <a:solidFill>
                <a:schemeClr val="bg1"/>
              </a:solidFill>
              <a:ea typeface="Calibri"/>
              <a:cs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07FAEE-35C6-9D88-ACCC-78DD07056E39}"/>
            </a:ext>
          </a:extLst>
        </p:cNvPr>
        <p:cNvGrpSpPr/>
        <p:nvPr/>
      </p:nvGrpSpPr>
      <p:grpSpPr>
        <a:xfrm>
          <a:off x="0" y="0"/>
          <a:ext cx="0" cy="0"/>
          <a:chOff x="0" y="0"/>
          <a:chExt cx="0" cy="0"/>
        </a:xfrm>
      </p:grpSpPr>
      <p:pic>
        <p:nvPicPr>
          <p:cNvPr id="18" name="Image 2" descr="preencoded.png">
            <a:extLst>
              <a:ext uri="{FF2B5EF4-FFF2-40B4-BE49-F238E27FC236}">
                <a16:creationId xmlns:a16="http://schemas.microsoft.com/office/drawing/2014/main" id="{1DD36541-9DBB-C77D-D9B4-02EF4781B5F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1640145" y="2588062"/>
            <a:ext cx="264676" cy="264676"/>
          </a:xfrm>
          <a:prstGeom prst="rect">
            <a:avLst/>
          </a:prstGeom>
        </p:spPr>
      </p:pic>
      <p:pic>
        <p:nvPicPr>
          <p:cNvPr id="39" name="Image 5" descr="preencoded.png">
            <a:extLst>
              <a:ext uri="{FF2B5EF4-FFF2-40B4-BE49-F238E27FC236}">
                <a16:creationId xmlns:a16="http://schemas.microsoft.com/office/drawing/2014/main" id="{831D1587-E271-E453-9D60-BB0C538BE573}"/>
              </a:ext>
            </a:extLst>
          </p:cNvPr>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11640145" y="5387221"/>
            <a:ext cx="264676" cy="264676"/>
          </a:xfrm>
          <a:prstGeom prst="rect">
            <a:avLst/>
          </a:prstGeom>
        </p:spPr>
      </p:pic>
      <mc:AlternateContent xmlns:mc="http://schemas.openxmlformats.org/markup-compatibility/2006" xmlns:p14="http://schemas.microsoft.com/office/powerpoint/2010/main">
        <mc:Choice Requires="p14">
          <p:contentPart p14:bwMode="auto" r:id="rId5">
            <p14:nvContentPartPr>
              <p14:cNvPr id="43" name="Ink 42">
                <a:extLst>
                  <a:ext uri="{FF2B5EF4-FFF2-40B4-BE49-F238E27FC236}">
                    <a16:creationId xmlns:a16="http://schemas.microsoft.com/office/drawing/2014/main" id="{8233A108-61F4-401E-E3EB-E24E1A0D4490}"/>
                  </a:ext>
                </a:extLst>
              </p14:cNvPr>
              <p14:cNvContentPartPr/>
              <p14:nvPr/>
            </p14:nvContentPartPr>
            <p14:xfrm rot="10895998">
              <a:off x="12946017" y="7883234"/>
              <a:ext cx="1082366" cy="110380"/>
            </p14:xfrm>
          </p:contentPart>
        </mc:Choice>
        <mc:Fallback xmlns="">
          <p:pic>
            <p:nvPicPr>
              <p:cNvPr id="43" name="Ink 42">
                <a:extLst>
                  <a:ext uri="{FF2B5EF4-FFF2-40B4-BE49-F238E27FC236}">
                    <a16:creationId xmlns:a16="http://schemas.microsoft.com/office/drawing/2014/main" id="{8233A108-61F4-401E-E3EB-E24E1A0D4490}"/>
                  </a:ext>
                </a:extLst>
              </p:cNvPr>
              <p:cNvPicPr/>
              <p:nvPr/>
            </p:nvPicPr>
            <p:blipFill>
              <a:blip r:embed="rId6"/>
              <a:stretch>
                <a:fillRect/>
              </a:stretch>
            </p:blipFill>
            <p:spPr>
              <a:xfrm rot="10895998">
                <a:off x="12892025" y="7775371"/>
                <a:ext cx="1189991" cy="325747"/>
              </a:xfrm>
              <a:prstGeom prst="rect">
                <a:avLst/>
              </a:prstGeom>
            </p:spPr>
          </p:pic>
        </mc:Fallback>
      </mc:AlternateContent>
      <mc:AlternateContent xmlns:mc="http://schemas.openxmlformats.org/markup-compatibility/2006" xmlns:p14="http://schemas.microsoft.com/office/powerpoint/2010/main">
        <mc:Choice Requires="p14">
          <p:contentPart p14:bwMode="auto" r:id="rId7">
            <p14:nvContentPartPr>
              <p14:cNvPr id="46" name="Ink 45">
                <a:extLst>
                  <a:ext uri="{FF2B5EF4-FFF2-40B4-BE49-F238E27FC236}">
                    <a16:creationId xmlns:a16="http://schemas.microsoft.com/office/drawing/2014/main" id="{86F7EEB3-E64F-F88C-4130-480663346BEA}"/>
                  </a:ext>
                </a:extLst>
              </p14:cNvPr>
              <p14:cNvContentPartPr/>
              <p14:nvPr/>
            </p14:nvContentPartPr>
            <p14:xfrm>
              <a:off x="12970600" y="7790824"/>
              <a:ext cx="1489680" cy="325080"/>
            </p14:xfrm>
          </p:contentPart>
        </mc:Choice>
        <mc:Fallback xmlns="">
          <p:pic>
            <p:nvPicPr>
              <p:cNvPr id="46" name="Ink 45">
                <a:extLst>
                  <a:ext uri="{FF2B5EF4-FFF2-40B4-BE49-F238E27FC236}">
                    <a16:creationId xmlns:a16="http://schemas.microsoft.com/office/drawing/2014/main" id="{86F7EEB3-E64F-F88C-4130-480663346BEA}"/>
                  </a:ext>
                </a:extLst>
              </p:cNvPr>
              <p:cNvPicPr/>
              <p:nvPr/>
            </p:nvPicPr>
            <p:blipFill>
              <a:blip r:embed="rId8"/>
              <a:stretch>
                <a:fillRect/>
              </a:stretch>
            </p:blipFill>
            <p:spPr>
              <a:xfrm>
                <a:off x="12916600" y="7682704"/>
                <a:ext cx="1597320" cy="540959"/>
              </a:xfrm>
              <a:prstGeom prst="rect">
                <a:avLst/>
              </a:prstGeom>
            </p:spPr>
          </p:pic>
        </mc:Fallback>
      </mc:AlternateContent>
      <p:sp>
        <p:nvSpPr>
          <p:cNvPr id="44" name="Text 1">
            <a:extLst>
              <a:ext uri="{FF2B5EF4-FFF2-40B4-BE49-F238E27FC236}">
                <a16:creationId xmlns:a16="http://schemas.microsoft.com/office/drawing/2014/main" id="{402ED586-794B-9257-EA1A-B7147B6EAD79}"/>
              </a:ext>
            </a:extLst>
          </p:cNvPr>
          <p:cNvSpPr/>
          <p:nvPr/>
        </p:nvSpPr>
        <p:spPr>
          <a:xfrm>
            <a:off x="722233" y="1784033"/>
            <a:ext cx="13185934" cy="229314"/>
          </a:xfrm>
          <a:prstGeom prst="rect">
            <a:avLst/>
          </a:prstGeom>
          <a:noFill/>
          <a:ln/>
        </p:spPr>
        <p:txBody>
          <a:bodyPr wrap="none" lIns="0" tIns="0" rIns="0" bIns="0" rtlCol="0" anchor="t"/>
          <a:lstStyle/>
          <a:p>
            <a:pPr marL="0" indent="0" algn="l">
              <a:lnSpc>
                <a:spcPts val="1800"/>
              </a:lnSpc>
              <a:buNone/>
            </a:pPr>
            <a:endParaRPr lang="en-US" sz="1500">
              <a:solidFill>
                <a:srgbClr val="B5B5B5"/>
              </a:solidFill>
              <a:latin typeface="Inter Tight"/>
              <a:ea typeface="Inter Tight"/>
              <a:cs typeface="Inter Tight"/>
            </a:endParaRPr>
          </a:p>
        </p:txBody>
      </p:sp>
      <p:pic>
        <p:nvPicPr>
          <p:cNvPr id="6" name="Image 0" descr="preencoded.png">
            <a:extLst>
              <a:ext uri="{FF2B5EF4-FFF2-40B4-BE49-F238E27FC236}">
                <a16:creationId xmlns:a16="http://schemas.microsoft.com/office/drawing/2014/main" id="{4C43DDA4-6175-69CB-9256-37C04916EFC4}"/>
              </a:ext>
            </a:extLst>
          </p:cNvPr>
          <p:cNvPicPr>
            <a:picLocks noChangeAspect="1"/>
          </p:cNvPicPr>
          <p:nvPr/>
        </p:nvPicPr>
        <p:blipFill>
          <a:blip r:embed="rId9"/>
          <a:stretch>
            <a:fillRect/>
          </a:stretch>
        </p:blipFill>
        <p:spPr>
          <a:xfrm>
            <a:off x="0" y="-12526"/>
            <a:ext cx="14630400" cy="8229600"/>
          </a:xfrm>
          <a:prstGeom prst="rect">
            <a:avLst/>
          </a:prstGeom>
        </p:spPr>
      </p:pic>
      <p:sp>
        <p:nvSpPr>
          <p:cNvPr id="10" name="Shape 0">
            <a:extLst>
              <a:ext uri="{FF2B5EF4-FFF2-40B4-BE49-F238E27FC236}">
                <a16:creationId xmlns:a16="http://schemas.microsoft.com/office/drawing/2014/main" id="{F6143C18-9477-1255-232C-DB7AFCA0FDEA}"/>
              </a:ext>
            </a:extLst>
          </p:cNvPr>
          <p:cNvSpPr/>
          <p:nvPr/>
        </p:nvSpPr>
        <p:spPr>
          <a:xfrm>
            <a:off x="0" y="13447"/>
            <a:ext cx="14630400" cy="8229600"/>
          </a:xfrm>
          <a:prstGeom prst="rect">
            <a:avLst/>
          </a:prstGeom>
          <a:solidFill>
            <a:srgbClr val="000000">
              <a:alpha val="80000"/>
            </a:srgbClr>
          </a:solidFill>
          <a:ln/>
        </p:spPr>
        <p:txBody>
          <a:bodyPr/>
          <a:lstStyle/>
          <a:p>
            <a:endParaRPr lang="en-IN"/>
          </a:p>
        </p:txBody>
      </p:sp>
      <p:sp>
        <p:nvSpPr>
          <p:cNvPr id="13" name="Text 1">
            <a:extLst>
              <a:ext uri="{FF2B5EF4-FFF2-40B4-BE49-F238E27FC236}">
                <a16:creationId xmlns:a16="http://schemas.microsoft.com/office/drawing/2014/main" id="{244EA990-C8F6-E773-2B52-D9FE2E2D0837}"/>
              </a:ext>
            </a:extLst>
          </p:cNvPr>
          <p:cNvSpPr/>
          <p:nvPr/>
        </p:nvSpPr>
        <p:spPr>
          <a:xfrm>
            <a:off x="4460516" y="3604239"/>
            <a:ext cx="3405987" cy="701390"/>
          </a:xfrm>
          <a:prstGeom prst="rect">
            <a:avLst/>
          </a:prstGeom>
          <a:noFill/>
          <a:ln/>
        </p:spPr>
        <p:txBody>
          <a:bodyPr wrap="none" lIns="0" tIns="0" rIns="0" bIns="0" rtlCol="0" anchor="t"/>
          <a:lstStyle/>
          <a:p>
            <a:pPr>
              <a:lnSpc>
                <a:spcPts val="5400"/>
              </a:lnSpc>
            </a:pPr>
            <a:r>
              <a:rPr lang="en-US" sz="9600">
                <a:solidFill>
                  <a:srgbClr val="ED7D31"/>
                </a:solidFill>
                <a:latin typeface="Inter Tight Medium"/>
                <a:ea typeface="Inter Tight Medium"/>
                <a:cs typeface="Inter Tight Medium"/>
              </a:rPr>
              <a:t>Thank you</a:t>
            </a:r>
          </a:p>
        </p:txBody>
      </p:sp>
    </p:spTree>
    <p:extLst>
      <p:ext uri="{BB962C8B-B14F-4D97-AF65-F5344CB8AC3E}">
        <p14:creationId xmlns:p14="http://schemas.microsoft.com/office/powerpoint/2010/main" val="93761531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Intrusion Detection System</Template>
  <TotalTime>1</TotalTime>
  <Words>826</Words>
  <Application>Microsoft Office PowerPoint</Application>
  <PresentationFormat>Custom</PresentationFormat>
  <Paragraphs>119</Paragraphs>
  <Slides>11</Slides>
  <Notes>11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11</vt:i4>
      </vt:variant>
    </vt:vector>
  </HeadingPairs>
  <TitlesOfParts>
    <vt:vector size="16" baseType="lpstr">
      <vt:lpstr>Inter Tight Medium</vt:lpstr>
      <vt:lpstr>Arial</vt:lpstr>
      <vt:lpstr>Inter Tight</vt:lpstr>
      <vt:lpstr>Calibri</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Parepally Aravind</dc:creator>
  <cp:lastModifiedBy>Parepally Aravind</cp:lastModifiedBy>
  <cp:revision>1</cp:revision>
  <dcterms:created xsi:type="dcterms:W3CDTF">2026-10-27T17:33:52Z</dcterms:created>
  <dcterms:modified xsi:type="dcterms:W3CDTF">2026-10-27T17:35:52Z</dcterms:modified>
</cp:coreProperties>
</file>